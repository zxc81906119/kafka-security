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開場:說明目標——客戶 AD 只放人與群組,不放服務帳號;我們用兩個身分平面解決,並用實跑 demo 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 管人,Kafka 管機器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Confluent Platform 8.3 安全方案:AD 只放 user / group 時,人與服務如何串接 Kafka、REST Proxy、Control Center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方案說明 + 線上 Demo(實測環境:CP 8.3.2、KRaft、MDS RBAC)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客戶現況與限制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方案要在這些前提下成立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目錄與身分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AD/LDAP 只有 user 與 group,沒有服務帳號,也沒有其他 IdP。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81328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6636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1828800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不想管憑證,傾向全元件共用同一張憑證(同一把 private key、同一個 DN)。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26440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環境與維運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611880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RHEL 9 VM、手動安裝(rpm + systemd)、目前沒有 Ansible;Java 21。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264408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6636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3611880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Kafka(broker / KRaft controller / MDS)、REST Proxy、Control Center。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核心主張:兩個身分平面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人走 AD(群組授權);機器走 Kafka 內的服務帳號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人(AD user / group)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364845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登入:C3、CLI、REST Proxy 以 AD 帳密經 MDS(LDAP);直連 broker 用 SASL/PLAIN + LDAP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授權:MDS RBAC,把 role 綁在 AD 群組(Group:kafka-developers)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人員異動只動 AD,Kafka 端零變更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81328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6636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機器(不在 AD)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1828800"/>
            <a:ext cx="364845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應用服務:Kafka 內 SCRAM-SHA-512 帳號,client 端只需 truststore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授權:RBAC 綁 User:svc-xxx,資源 prefix 最小權限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平台元件(C3、REST Proxy)向 MDS 以各自的 client 憑證認證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怎麼分「人」與「服務」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以「誰在操作、誰負責」為準,不是看用什麼工具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算什麼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瀏覽器登入 C3、手動跑腳本 / CLI、Postman 手動測試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該人的 AD 帳號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排程、CI/CD、長駐程式、newman 自動化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SCRAM 服務帳號(由密碼庫注入)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腳本由手動轉成排程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轉為服務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必須改用服務身分,不借用人的帳號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全組共用同一份 client.properties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反例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稽核看不到「是誰」(第 6 章實測)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腳本共用、憑證各人各自(~/.kafka/client.properties);不寫死密碼。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身分清單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每種身分:怎麼認證、身分存哪、怎麼授權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12801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身分來源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授權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gary / yujie / ming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 帳密(LDAP)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RBAC:Group:&lt;AD 群組&gt;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svc-orders(應用)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SCRAM-SHA-512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Kafka 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RBAC:User:svc-orders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C3、REST Proxy → MDS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client 憑證(CN=c3 / restproxy)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憑證 DN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C3:SystemAdmin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MDS bootstrap 管理員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client 憑證(CN=bootstrap)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憑證 DN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user,建完交給 kafka-admins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broker / controller 內部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SCRAM(INTERNAL)/ PLAIN(CONTROLLER)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靜態帳號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super.users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 需要一個唯讀查詢帳號(bind DN)讓 MDS 找使用者與群組——只讀、不參與驗證密碼。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憑證策略:共用憑證只做加密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客戶不想管憑證 → 憑證越少越好,身分不放在憑證上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張 server 憑證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 SAN / wildcard,所有元件共用;listener ssl.client.auth=none;client 端只需 truststore。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481328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1417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服務身分用 SCRAM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182880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密碼放密碼庫,輪替用「新帳號並行再停舊」(第 9 章)。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48132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平台元件各 1 張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1828800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C3、REST Proxy、bootstrap 需不同 DN 的 client 憑證(共 3 張)。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4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須讓客戶簽認的風險: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 private key 外洩 = 可偽裝「伺服器」(不是偽裝 client);人的 PLAIN 必須走 TLS;手動管理最常見事故是憑證過期,需到期提醒。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為什麼共用憑證不能當 mTLS 身分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實測(第 8 章):同一個 DN → 同一個 principal</a:t>
            </a:r>
            <a:endParaRPr lang="en-US" sz="1300" dirty="0"/>
          </a:p>
        </p:txBody>
      </p:sp>
      <p:pic>
        <p:nvPicPr>
          <p:cNvPr id="4" name="Image 0" descr="共用憑證:C3 → principal = kafka.demo.lo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05088"/>
            <a:ext cx="4023360" cy="5046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805088"/>
            <a:ext cx="4023360" cy="50462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816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共用憑證:C3 → principal = kafka.demo.local</a:t>
            </a:r>
            <a:endParaRPr lang="en-US" sz="1000" dirty="0"/>
          </a:p>
        </p:txBody>
      </p:sp>
      <p:pic>
        <p:nvPicPr>
          <p:cNvPr id="7" name="Image 1" descr="共用憑證:REST Proxy → 一樣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05088"/>
            <a:ext cx="4023360" cy="5046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1805088"/>
            <a:ext cx="4023360" cy="50462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3440" y="2816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共用憑證:REST Proxy → 一樣</a:t>
            </a:r>
            <a:endParaRPr lang="en-US" sz="1000" dirty="0"/>
          </a:p>
        </p:txBody>
      </p:sp>
      <p:pic>
        <p:nvPicPr>
          <p:cNvPr id="10" name="Image 2" descr="各自憑證:C3 → principal = c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3888"/>
            <a:ext cx="4023360" cy="5046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7200" y="3633888"/>
            <a:ext cx="4023360" cy="50462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4645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各自憑證:C3 → principal = c3</a:t>
            </a:r>
            <a:endParaRPr lang="en-US" sz="1000" dirty="0"/>
          </a:p>
        </p:txBody>
      </p:sp>
      <p:pic>
        <p:nvPicPr>
          <p:cNvPr id="13" name="Image 3" descr="各自憑證:REST Proxy → principal = restprox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33888"/>
            <a:ext cx="4023360" cy="50462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63440" y="3633888"/>
            <a:ext cx="4023360" cy="50462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663440" y="4645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各自憑證:REST Proxy → principal = restproxy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Listener 與 KRaft 內部通道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客戶沒有專用內部憑證時:全部 SASL_SSL、共用 server 憑證只做加密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Listener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機制 / 身分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CLIENT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人與服務連線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PLAIN + LDAP(人)/ SCRAM(服務)/ OAUTHBEARER(MDS token)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INTERNAL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broker ↔ broker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SCRAM-SHA-512;憑證須先用 kafka-storage format --add-scram 預建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CONTROLLER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controller ↔ controller、broker → controller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SASL/PLAIN(controller 間不支援 SCRAM),無 LDAP callback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實測提醒:</a:t>
            </a:r>
            <a:pPr indent="0" marL="0">
              <a:buNone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INTERNAL 埠任何有效 SCRAM 帳號都能認證,必須靠防火牆只開給 broker/controller;KRaft 分離 controller + RBAC 時,controller 也要用 ConfluentServerAuthorizer。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Demo:循序漸進的 11 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每章「問題 → 操作 → 看結果 → 一句結論」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7548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章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主要工具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沒有身分就進不來(預設全拒絕)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Postman + 終端機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人用 AD 帳號登入 C3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RBAC 與 AD 群組(群組異動 → 零變更生效)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 + LDAP 介面 + MDS API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生產環境人只能唯讀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 + LDAP 介面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工具怎麼用同一份身分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Postman(newman 實跑)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維運腳本:共用腳本、各人憑證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終端機 + audit log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機器(不在 AD):SCRAM + RBAC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 + 終端機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8–9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(選修)共用憑證陷阱、輪替、內部通道、AD 故障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終端機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收尾:audit log 彙整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audit log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(進階)維運分權:唯讀 / 維運 / 授權管理,臨時提權與收回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 + LDAP 介面 + 終端機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章 ① 授權跟著 AD 群組走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gary 在 C3 把權限指派給「AD 群組」;ming 加入群組後即取得權限</a:t>
            </a:r>
            <a:endParaRPr lang="en-US" sz="1300" dirty="0"/>
          </a:p>
        </p:txBody>
      </p:sp>
      <p:pic>
        <p:nvPicPr>
          <p:cNvPr id="4" name="Image 0" descr="C3:Add role assignment(Group / kafka-developer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023360" cy="2514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4023360" cy="251460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370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C3:Add role assignment(Group / kafka-developers)</a:t>
            </a:r>
            <a:endParaRPr lang="en-US" sz="1000" dirty="0"/>
          </a:p>
        </p:txBody>
      </p:sp>
      <p:pic>
        <p:nvPicPr>
          <p:cNvPr id="7" name="Image 1" descr="LDAP(模擬 AD)管理介面:加入 m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54480"/>
            <a:ext cx="402336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1554480"/>
            <a:ext cx="4023360" cy="251460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3440" y="4370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LDAP(模擬 AD)管理介面:加入 ming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Principal name 下拉直接列出 AD 使用者與群組。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章 ② 實測結果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 群組異動約 4 秒生效,Kafka 端零變更</a:t>
            </a:r>
            <a:endParaRPr lang="en-US" sz="1300" dirty="0"/>
          </a:p>
        </p:txBody>
      </p:sp>
      <p:pic>
        <p:nvPicPr>
          <p:cNvPr id="4" name="Image 0" descr="加入群組前:ming 被拒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0526"/>
            <a:ext cx="4023360" cy="713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700526"/>
            <a:ext cx="4023360" cy="713749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862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加入群組前:ming 被拒</a:t>
            </a:r>
            <a:endParaRPr lang="en-US" sz="1000" dirty="0"/>
          </a:p>
        </p:txBody>
      </p:sp>
      <p:pic>
        <p:nvPicPr>
          <p:cNvPr id="7" name="Image 1" descr="加入群組後:ming 成功(約 4 秒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05088"/>
            <a:ext cx="4023360" cy="5046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1805088"/>
            <a:ext cx="4023360" cy="50462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3440" y="2862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加入群組後:ming 成功(約 4 秒)</a:t>
            </a:r>
            <a:endParaRPr lang="en-US" sz="1000" dirty="0"/>
          </a:p>
        </p:txBody>
      </p:sp>
      <p:pic>
        <p:nvPicPr>
          <p:cNvPr id="10" name="Image 2" descr="ming 重新整理 C3:看得到 orders.*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3154680"/>
            <a:ext cx="2414016" cy="15087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261872" y="3154680"/>
            <a:ext cx="2414016" cy="150876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4690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ming 重新整理 C3:看得到 orders.*</a:t>
            </a:r>
            <a:endParaRPr lang="en-US" sz="1000" dirty="0"/>
          </a:p>
        </p:txBody>
      </p:sp>
      <p:pic>
        <p:nvPicPr>
          <p:cNvPr id="13" name="Image 3" descr="MDS API(Postman 同一份資料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588555"/>
            <a:ext cx="4023360" cy="64101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63440" y="3588555"/>
            <a:ext cx="4023360" cy="64101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663440" y="4690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MDS API(Postman 同一份資料)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章 Postman / REST Proxy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newman 實跑 10 requests、14 assertions 全過</a:t>
            </a:r>
            <a:endParaRPr lang="en-US" sz="1300" dirty="0"/>
          </a:p>
        </p:txBody>
      </p:sp>
      <p:pic>
        <p:nvPicPr>
          <p:cNvPr id="4" name="Image 0" descr="Collection Runner 總覽(Tests 全綠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9978"/>
            <a:ext cx="4846320" cy="20836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929978"/>
            <a:ext cx="4846320" cy="2083644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6908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Collection Runner 總覽(Tests 全綠)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532120" y="128016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FFF4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0" y="137160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實測陷阱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MDS 登入後會設定 auth_token cookie,且優先於 Basic Auth。同一個 Postman session 換身分,請求仍以前一個人執行(實測 yujie 竟新增了 role binding)。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collection 已加 pre-request 清 cookie;現場換身分前請清除 cookie。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7 章 AD 群組與服務帳號,同一張表管理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Role assignment:Group 與 User(不在 AD)並列</a:t>
            </a:r>
            <a:endParaRPr lang="en-US" sz="1300" dirty="0"/>
          </a:p>
        </p:txBody>
      </p:sp>
      <p:pic>
        <p:nvPicPr>
          <p:cNvPr id="4" name="Image 0" descr="C3 → Manage role assignments → Top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1206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5120640" cy="320040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6908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→ Manage role assignments → Topic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60720" y="1280160"/>
            <a:ext cx="2926080" cy="3383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435608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25312" y="1783080"/>
            <a:ext cx="25968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svc-orders 不在 AD:C3 的 Principal name 可直接輸入名稱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只授權 orders.*;寫 payments.* 被拒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密碼輪替:新帳號並行 → 停舊,舊密碼立即失效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章 共用帳號,稽核就看不到「是誰」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同一支腳本:各人憑證 → 可追責;共用帳號 → 全是 shared-ops</a:t>
            </a:r>
            <a:endParaRPr lang="en-US" sz="1300" dirty="0"/>
          </a:p>
        </p:txBody>
      </p:sp>
      <p:pic>
        <p:nvPicPr>
          <p:cNvPr id="4" name="Image 0" descr="audit log:yujie / ming / shared-o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8283"/>
            <a:ext cx="8229600" cy="18783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758283"/>
            <a:ext cx="8229600" cy="187839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142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 log:yujie / ming / shared-ops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ming 是唯讀,卻能用共用帳號寫入 —— 共用帳號等於放棄最小權限。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正式環境「人只能唯讀」+ 分權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平常人人唯讀;「管理」與「授權」拆成不同 AD 群組,需要時依單據臨時加入、做完收回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 群組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能做什麼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 role(實測)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kafka-readonly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讀資料、看 topic;不能寫、不能改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DeveloperRead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kafka-ops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 / 刪除 topic、看叢集與告警;讀不到資料、不能改授權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Operator + DeveloperManage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kafka-rbac-admins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只管授權(role binding);不能建 topic、不碰資料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UserAdmin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kafka-admins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全權;人數壓到最少(break-glass)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SystemAdmin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C3:群組 → 角色(Cluster 範圍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05890"/>
            <a:ext cx="3108960" cy="1943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77840" y="1405890"/>
            <a:ext cx="3108960" cy="194310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3502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C3:群組 → 角色(Cluster 範圍)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重點:</a:t>
            </a:r>
            <a:pPr indent="0" marL="0">
              <a:buNone/>
            </a:pPr>
            <a:r>
              <a:rPr lang="en-US" sz="12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權限放在 Kafka(RBAC + AD 群組),維運選單腳本只是操作介面,以「操作者本人」身分執行;不要讓選單背後用一個共用高權限帳號,否則 audit 只看得到共用帳號。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11 章 分權實測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臨時提權 → 做事 → 收回,Kafka 端零變更,全程有 audit</a:t>
            </a:r>
            <a:endParaRPr lang="en-US" sz="1300" dirty="0"/>
          </a:p>
        </p:txBody>
      </p:sp>
      <p:pic>
        <p:nvPicPr>
          <p:cNvPr id="4" name="Image 0" descr="yujie 加入 kafka-ops 後:可建立 top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22208"/>
            <a:ext cx="4023360" cy="5046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22208"/>
            <a:ext cx="4023360" cy="50462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496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yujie 加入 kafka-ops 後:可建立 topic</a:t>
            </a:r>
            <a:endParaRPr lang="en-US" sz="1000" dirty="0"/>
          </a:p>
        </p:txBody>
      </p:sp>
      <p:pic>
        <p:nvPicPr>
          <p:cNvPr id="7" name="Image 1" descr="但維運讀不到資料(Topic 授權失敗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80124"/>
            <a:ext cx="4023360" cy="9887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1380124"/>
            <a:ext cx="4023360" cy="988792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3440" y="2496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但維運讀不到資料(Topic 授權失敗)</a:t>
            </a:r>
            <a:endParaRPr lang="en-US" sz="1000" dirty="0"/>
          </a:p>
        </p:txBody>
      </p:sp>
      <p:pic>
        <p:nvPicPr>
          <p:cNvPr id="10" name="Image 2" descr="維運也不能改授權(403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5615"/>
            <a:ext cx="4023360" cy="64101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7200" y="2925615"/>
            <a:ext cx="4023360" cy="64101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維運也不能改授權(403)</a:t>
            </a:r>
            <a:endParaRPr lang="en-US" sz="1000" dirty="0"/>
          </a:p>
        </p:txBody>
      </p:sp>
      <p:pic>
        <p:nvPicPr>
          <p:cNvPr id="13" name="Image 3" descr="audit:誰被拒、誰改了授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40732"/>
            <a:ext cx="4023360" cy="112517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63440" y="3140732"/>
            <a:ext cx="4023360" cy="1125177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663440" y="4645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audit:誰被拒、誰改了授權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069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收回後(移出群組)yujie 再建立 topic、ming 再改授權,都回到被拒。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10 章 audit log 彙整整場 demo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被拒絕的、被允許的、誰嘗試改授權</a:t>
            </a:r>
            <a:endParaRPr lang="en-US" sz="1300" dirty="0"/>
          </a:p>
        </p:txBody>
      </p:sp>
      <p:pic>
        <p:nvPicPr>
          <p:cNvPr id="4" name="Image 0" descr="被 RBAC 擋下的動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5477"/>
            <a:ext cx="4023360" cy="9183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375477"/>
            <a:ext cx="4023360" cy="918326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416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 RBAC 擋下的動作</a:t>
            </a:r>
            <a:endParaRPr lang="en-US" sz="1000" dirty="0"/>
          </a:p>
        </p:txBody>
      </p:sp>
      <p:pic>
        <p:nvPicPr>
          <p:cNvPr id="7" name="Image 1" descr="權限變更事件(含 yujie 的 DENIED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40244"/>
            <a:ext cx="4023360" cy="9887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2340244"/>
            <a:ext cx="4023360" cy="988792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3440" y="4416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權限變更事件(含 yujie 的 DENIED)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 audit log 只含 MDS 管理動作;資料面事件需自訂 router,且未授權者多半在 Metadata/Describe 就被擋。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實測發現(與預期不同的地方)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這些都在 demo 環境實際踩過,導入時請預先處理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實測結果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KRaft 分離 controller + RBAC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controller 也必須用 ConfluentServerAuthorizer,且需同樣的 LDAP 群組設定,否則 AD 群組的 role 在 CreateTopics 等請求不生效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 role 的邊界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Operator 不能建 topic、DeveloperManage 不能改 topic 設定;要改設定需 ResourceOwner(含讀寫資料)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 連 Kafka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RBAC 下只支援 OAUTHBEARER;用憑證式 token login 可免帳密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平台元件向 MDS 認證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MDS 同時收 LDAP basic 與 client 憑證(mTLS);不需 AD 服務帳號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MDS 不支援 SCRAM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平台元件身分用憑證,不是 SCRAM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群組生效時間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demo 5 秒(實測約 4 秒);預設 60 秒,不是即時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未授權的表現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多在 Metadata/Describe 就被擋,audit 需開 describe-denied 路由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導入前提與待確認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請客戶回覆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AD 唯讀查詢帳號(bind DN)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3648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企業接 AD 的標準做法;只讀使用者與群組 OU;建議 LDAPS。不要用真人帳號。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8132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6636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憑證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1828800"/>
            <a:ext cx="3648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有無 AD CS(網域主機本就信任);根憑證同時放系統信任與 Java truststore。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12724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063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授權(license)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47472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RBAC、LDAP、audit log、REST Proxy 安全外掛為商用功能,請確認現有授權涵蓋。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2724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66360" y="3063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AD 與維運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347472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群組是否巢狀、帳號大小寫(RBAC 區分大小寫)、密碼鎖定政策、有無跳板機、Prometheus/Alertmanager。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導入步驟與維運演進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現階段沒有 Ansible:先把手動流程標準化,日後再自動化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 + AD 登入;日常操作走 UI;腳本讀自己的 client.properties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跳板機 + 個人 AD 帳號;SCRAM 密碼進密碼庫;憑證到期提醒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成熟(未來)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Ansible / IaC 管 role binding 與憑證;CI/CD 用服務身分;人保留唯讀與 break-glass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RHEL 9 手動部署要點: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3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新叢集首次啟動前各 controller 先 kafka-storage format --add-scram(順序錯誤需重 format)・CONTROLLER/INTERNAL 埠以防火牆限制・Java 21。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 管人:登入與授權跟著 AD 群組走,人員異動只動 AD。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Kafka 管機器:SCRAM 服務帳號 + RBAC 最小權限,同一張 role assignment 表管理。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共用憑證只做加密;身分不放在共用憑證上。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腳本共用、憑證各人各自;排程一律改服務身分。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全部經本機 demo 實跑驗證,證據與講稿見 RUNBOOK。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Confluent Platform 安全方案:AD 管人、Kafka 管機器</dc:title>
  <dc:subject>PptxGenJS Presentation</dc:subject>
  <dc:creator>PptxGenJS</dc:creator>
  <cp:lastModifiedBy>PptxGenJS</cp:lastModifiedBy>
  <cp:revision>1</cp:revision>
  <dcterms:created xsi:type="dcterms:W3CDTF">2026-10-02T23:30:30Z</dcterms:created>
  <dcterms:modified xsi:type="dcterms:W3CDTF">2026-10-02T23:30:30Z</dcterms:modified>
</cp:coreProperties>
</file>