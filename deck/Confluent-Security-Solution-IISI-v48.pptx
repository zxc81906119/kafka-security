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4d7e51e6-04ce-4efb-b713-dd2478c24b0f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6c20824-198a-4773-88e0-beaaf6579a6c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96dab68-04f6-42a9-beab-36d1fc60914c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db10c8c-5923-41a3-b356-5274d489a4d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0f942dc6-d6d6-4223-841c-13c876dab61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bfee37b1-9703-4c26-8798-b80cd9e7d149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60d7e3ce-bb46-483a-be03-588068b0b8c4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784f43fc-b9cb-4001-8357-b2c3b65fb6cf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a079785-b5bc-431b-87e5-31f603ce6ff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1dc2293-a57c-405e-bf2c-473d6dcbde3e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bb440499-2096-4212-8f41-a56d617d0036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8314a17e-755f-4d36-9f31-abea70c3874a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4f0a3218-de81-47cb-8887-c78511bf358b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b671f6ef-d5e3-4a6f-861f-a0672afc5f9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a00ace09-99ff-4265-a61e-e2d2ae105984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077c2df7-7a4c-4bea-b2e9-230ae4eff037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431cfa9a-1c4b-44d9-97c8-7d357a63ee51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de1e3081-43f0-492e-a3b4-269be15a4e2b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0b8451c3-e330-417b-bab4-bb35fe3d7dc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c441534f-5b29-451a-bad3-39b56216a1e1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7ac30bb6-8196-491a-91d0-417c529f431c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57520097-33b2-46d2-9803-1caeaed85c3d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fe161827-9fa8-4aa0-86ce-29328b7616ac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f8fda342-dc83-4e0c-994a-e7a3a6915a6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eed2afac-9326-4c93-b345-4f59f04f858b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c61ea3a4-6224-421d-b1a7-e81843d5fe4d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10cf1105-3ba8-482d-aac2-aaef9f5ffcca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3b37e516-6389-4c36-8a13-1b26d712e0b2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c7183a52-c8bd-45e2-8dfa-40c86555f30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ec3cafdf-16fb-4786-87d6-2a9f74213d81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08728c52-6116-4a04-b59f-82c1d4e9d3c2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cc62a4-07ad-49a2-a40a-e5b3047fe25a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972b92e-35f8-4e53-98ba-79ea49b60f21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f373cb4-23a3-4d1c-9f30-71289e87956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89d900e3-5478-47db-9868-43b4d60bf012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cb5f0341-4e16-4917-87a3-c4b40296e6f1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6c49bfee-028f-4fb2-bf13-2436a5ef09d9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6126082f-5df4-4b6f-a04a-1badeaf6abba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eba04700-a73e-4e70-8b2b-6cdd9f7a43ba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9989fa72-6890-46a0-a6d2-5d00a6f0b20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cba82975-94b9-47f8-9e6d-c0060ffc72ff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882839fb-2e02-43ac-a553-eed96696dcd3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684363a4-1872-461d-abad-4e8b7c8568ee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56a0c96b-f1ca-4244-bbab-d879c13abb0f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ddbec48e-33c9-4d80-8258-f1bc2e71edee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6de5a070-815f-4bb1-a352-82494428c24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6fafd4ab-5cbe-4d8a-81e2-0006f7a6851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c54d3848-2080-447b-9bfb-f8bfb45b37fb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9624b1a4-27cf-4df0-a1ca-5e1b8e411cc5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950cfdc0-53e4-4640-a907-ba55764bdc07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faec6203-c449-465f-89ea-cd7b17d66b46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b37b8a9a-1fd7-4b73-805d-e135fa39e059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4f30764-ca46-40ef-94a2-1c00ce619042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3f8df83-1d42-479b-98a9-87b5576aaaef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cc2dc96-79df-44c0-8c36-dcaa95add08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402a0bf3-5077-4806-8e14-ee947d478c76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c71f2aa2-6423-4045-944e-f892b5bebb37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fd42fe20-6951-41fc-8068-0bd9322af11b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fa03b332-0e88-4d52-8561-63160390ccf8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cdc0fedc-3900-4e25-b4f7-4547a94d11a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ff3004ef-a103-48b7-b326-376c3fbc9af2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97a33582-e26f-49b5-b7eb-57a4f0e89c1b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34dea2b8-cdc0-4638-9d2c-2d8a709ff3c0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1beb4c85-5ffc-45df-9278-b9819398ad86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65d18034-7b6a-4687-ba56-9e1f2aaba9e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69e2a48a-c214-4de3-8d4d-a01db0611e84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541c8f3e-5ba3-4dfa-8be1-1a996564ac89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4bb4c322-2a83-4c22-9514-3c6ee3d460e4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b33527a-9de3-497b-ab49-ab466fa07b81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a59ca4bd-11b3-40da-9763-6e6ce6d3f10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ecb89f26-3763-4208-95a8-9eb52bf5a089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776a8bc4-b2b7-4743-bfc0-3e6481e7dfed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b9fd24a1-ca68-4957-984f-a8cee93866b5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48ae4767-ca50-4914-9a3f-83e6097fad2b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9bc2cf41-7eee-4eea-9321-ef67dd9daae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d4fc9ff4-e226-4d15-a838-5cea488e1e5b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0aa64765-c7b6-4455-8ed5-8171a3633b2d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5f8a9fa9-cd2c-40e1-9df8-9de3df524aca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195d7460-c98d-4e30-8b87-8896765b7ca8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ea285c0-5695-4540-aed7-63639b87661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8ebc6591-2861-49e0-ab6d-1e18880eadb2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600203da-fde3-4c89-ab5f-b661b35f8e6e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98631412-ee42-4fea-a173-020266845f89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18f3e997-e7ab-4bcf-a76d-08d6d26e14a3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7c3a9a33-ac9d-4ab1-a0a8-d3b678e0dd87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6a90099b-baa8-4db1-b868-e1dc9de5eaf1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7cf54d0d-4140-48f9-bde0-826b882805d0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e790e66c-9401-497f-9e08-08dacecbe513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c46aae61-4e42-4ab3-8789-5db92eb7b47a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f201da02-a749-4ec0-a259-62df4baa78e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9368c783-e902-48f4-ba1a-2bb4b5b1fc25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d4bdba19-6930-41df-ad15-121dad51ead9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1240f81f-44ba-4a03-b5d5-d88b0759bcfc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c608e28b-cc77-4321-8983-65d33f39e0ad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06ca1584-88e7-460e-adad-529dfb5392ca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b800f563-b508-4c27-a861-d370bc6c0244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9772d52a-dd8b-4f75-93f5-9e6eb436f20e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f4434f-34a6-46a5-98e6-869725d9f561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4de61253-6842-487f-9e3f-155485e61bc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216bae5b-b470-4c60-8435-cfb562a7d87e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729665ea-70fe-4d6e-849d-275d8c344200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cf6cc1e3-7f8d-4c94-bad8-6fa3787a7655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30f60859-6ed4-481c-9ee0-fe000c5fcd4d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4765f162-42f2-416e-b8c8-5fb831bedcb4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5ba25c33-02a1-4dae-95bc-7782f567d7b5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f1b97b3a-b51b-491b-857d-7e5c378e8d43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14e276e9-cbd0-43ac-a104-4e7f2f28725b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b8bcddf8-b110-475f-bf4b-85aa6aebb4c3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c8a26dfa-4985-46bd-a180-675f8450703c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a8c254dd-5fba-4e81-9d2f-838cdf2a16b4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6412cb78-35d7-460c-a6e6-6814e992ba92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a630d1cc-2f7e-4b78-a9a3-a2b7bd10207d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d9ed2da6-477d-4e2e-9e76-ca63eea47e93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77087a81-3d98-472e-a952-69d78f91a27b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02456fb1-e8d4-4c21-9757-65b46eca00c6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1a946610-35c6-4a64-bc97-87f6229a2b8d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7430f026-3c77-4434-a994-d4c58be8a092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36b8957b-b10b-4907-aca0-7f461108bfb2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eb36290d-711f-48ed-85d5-d01d7fd74e69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958cb9fb-718d-4fb7-ba2b-fe993d2ed113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1651f3b2-1298-4e87-9400-0a67e2804b51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45258869-c503-4a46-bb97-c57890410857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2c0c3c60-f64b-4d41-9613-83bf83bad439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3678f88d-6ac1-4bcd-8e7b-2c80fbda68b3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980a9260-db03-4efc-94de-3aabac9a9be3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392d82ea-9910-4fd2-bf6d-6692e77ec5e6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3296157-f0bb-4924-ae74-59b96bcacbf6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58fb4719-87e8-4242-8d52-df60b3aef0fc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78d8bdc-01ef-46cd-a65a-d991e6c5267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0c9d5f22-613f-4389-a2ed-ba269e87f955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844dd6f0-7300-4a9f-9e02-c1c4faef0826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7f64a1ff-f241-411f-8dff-b3be339cf667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0b3a871a-bee4-4380-8d8c-0230735c0ccb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8420f9c7-7ef2-4a63-a263-9dce78149523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ed3be5bb-5548-423c-a3b7-c4f37e6b471f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98f1b97a-548f-4ad4-aadb-f17789ac22ae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2c454aaa-d2f8-4acb-9d8e-6ee05bd9265b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f9dafc3f-3f95-44d7-855f-89f73b839b4b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87494ae-0afc-4334-98b6-c9c337e3e038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f51c267c-1a81-4548-b211-9c6884abeee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0f1e3b71-029d-4c5b-87ce-4df6acb6c9d9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bd460607-0128-4834-b3f6-c5ea0e755e2a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70c0d267-a918-4fe3-8ac2-945a416c3bde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0848041f-8e8d-4e77-bee7-1abe8eb9e7ac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6982da99-0dcc-4764-afa5-c078ec971886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415de1e1-ab5e-4c28-8ed1-6b4805416e31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d5e0519a-85b6-40ce-8722-50022964b560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927f22b2-8ed7-4c4c-8daa-9d79e5716885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accef175-65d4-4313-9d0f-cdbe3525c9e4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57fe1475-b42e-415d-9d7a-15e9c6d602f9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ad085008-c4fc-4ef6-81d2-306f59e6a95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e32cac98-9d13-44ae-81a7-938ddd3ea329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40dbd33c-b35d-4409-9b77-de844c1e33ed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403aabe6-fca5-4401-b9e7-f22bfbbceb55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028513e5-5aa8-44fa-a183-06f81473a066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1812ca54-9c5b-4e60-8be0-21fbc8ccb80b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6df30bd6-5e4f-4437-b348-c4c9f51a69ef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9ebd5d17-39c4-49ec-91d5-3e805d413cd6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62a73db1-bada-4df7-8a21-9bd638a30037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ebf00e60-09f7-4ea2-af7d-0eab76fcb8b0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16ce9683-f892-485b-abac-81ad8334d8dd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beca16a8-0bb4-4f19-9ba6-9cd37f3b8541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2aa06e87-98d7-482c-8149-b6a4b9b649d0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a31957f5-c7b9-4c66-9840-993ca0b78c03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72adfa2-cd16-4fa6-ace6-064e454a7a83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e02afa58-4804-43f8-abf4-121d2083eb5f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438eb6cc-c77d-454f-9a98-35082da4830f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79f7c5a0-83dc-4baa-be0e-7ff8d3274847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0c8ba19a-b777-4730-8fa2-743d15faf7a8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29bce2c7-c757-46c9-9e92-e751aaea560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61ee150e-73a9-45d6-a984-d934d40b4f22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e4f8e670-11e6-4378-8a58-2b362285c44c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a776d101-96e1-497a-aeec-e9210ab44639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1bc54e29-6c8c-474d-908e-e2d47e52659a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c64a4e3e-de9e-4a7c-a01b-62e6055e3074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4c4470e0-61e5-4037-9063-292b9995e1aa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5d52e313-bdac-4397-8894-a9a61dde1e2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ef6a1cb6-b861-4024-951b-b470335b6bff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87b2aeb0-9276-4659-adf3-40cc548628b2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e4b2bc32-a932-4b15-b03a-fb09df42afec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fe9fc1e2-a507-4576-aa98-f43053e84dc3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f97c95dc-2dcd-4b1c-976c-cec76227f8d7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adbb947e-61af-4cd1-8a38-b65ace56b4dd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d476fc3e-d946-4fda-9b42-eb5b435c3d6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58b5347f-0523-4e13-a251-d7f22bbd8a2b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77eac50d-a3eb-4a81-95ce-a72636a4dc38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9f136d99-c7e8-4ccb-af8a-bf84b94ef7f3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2baeaec9-7ecb-478b-8b19-c33f4b5c8a22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2c2e29eb-7ba6-431a-b776-1e70eec3133c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35f6e638-4c61-4c30-8848-a8ee74010a33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a7339929-f7d0-4031-97ff-b030ca08a8c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974f4389-2907-4478-ba5d-cd119eb37b06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59aaa79f-49c0-4d0d-bcaf-5212cd1a3aea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301065bf-6544-4a3b-99f0-c4c0c5c065f5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20134dc8-0e6f-4e97-a20d-c69c62262a1a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574d76ef-9535-43b2-8fe2-5372a7bb9aec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94bac428-af30-43c5-b7c3-84f0671dfeb2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85415cd2-f2bc-460d-bfa1-03ddd912d35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c2d94a2a-e2f6-4212-970d-9869f094101f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bed050dd-a231-4fc3-ac52-6efd0aa12366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cdda769f-d24b-4463-aa23-81b4c1bba3ac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2227b28e-856c-4ce9-909b-1a9c7792f6b0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9846f2b7-9614-44c2-82b8-127f892d90c6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1013a551-42e3-4a42-b243-c4b8e45910bf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f2105b4f-274d-4515-b899-ccd0d5669390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dc08cad-2a31-4cf6-9c57-508fbb014a6e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d53d6739-76d3-4e6f-9229-2f6a50f83ff7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0d3f0a9-ff8c-4d6e-a16a-64a4c751b67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b4091f98-0b3d-4143-a1f9-18940caf6495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69be106d-d277-4185-9015-f431fe485e56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c85de8cf-4e36-4b23-aff4-ee00ecea6617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f15e7fb2-7596-46bf-a2db-481ebd4eef5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6bea4951-1209-4327-bd45-b2b60bcadcba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4ef831a6-efc0-4839-ac8c-61695d59b16f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1124ac07-91ec-4228-9b82-8e03e5820331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a809fa1c-028d-4419-8374-02afc95d2c5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98b0054a-2266-4197-9ba4-36853871b839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a61b278f-bbb2-4a4d-9330-4c5ddfcab28a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a577fe5f-1615-4155-ba4b-958c2e139b99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0c039d64-b7f6-40ab-b7e5-883ef0a1c96b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246ce240-c9cf-4afd-a3f0-4c0055ee33fd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3c0b02ab-ec46-43b3-8cf0-1bb5b534a92e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71d16db2-ddfb-4e4a-833b-262dda393fac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5a6d656d-03cb-4800-8476-47bbd580a9af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6b793af5-d0e1-43ca-a281-1cb202ef5783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78f1e344-7de8-46a8-b39e-b1a6243b8fd5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77ef0b72-8d08-4177-adec-a4f0a421f9bb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3b38cbaf-a33c-4410-aa4d-93e37f1b09b0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033f39de-50e6-4908-851e-5dd296cf8c2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89c5d274-2e48-459c-b326-a0c3def16b0a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14727bb2-8abb-4e6a-bc9d-61bb9f898472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36dab314-3246-4da3-be4d-c4c67478b81d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55660054-3309-409d-b526-53837c1666c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bb5a00b8-8766-4bd1-bfc9-859b6ccdb04f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d15886d8-8673-41b6-8ae4-a2dbb6e0fb26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3807ae0-a34b-4ab5-b867-d8bdd2d66879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e2d8888-4ec1-4820-8c88-e427913fc0da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8c38afb-f6e3-4abd-ac59-bcd5769657c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ecf548b7-7e51-442a-9ae9-8aaa9cfef0d1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2804d128-d2f0-483c-9619-c8cca0b87ecf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6d617680-9c94-424a-98f8-a54e4cd0b27e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44484661-f19f-4383-a08f-7093635cda47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0f2f05f4-0931-4de8-8070-636de7e9c5ed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32179b4f-429f-4ad0-933d-61bde9686c8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a6d268e2-a653-4517-991c-4675e023067c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d4ccd790-e29c-4613-bb91-4cabf53e5382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f11dda8e-806e-44fd-bcd3-4fd5694ea51a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aeac31a5-2d06-429b-81a0-9b6673688675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ac6a2c19-0757-4009-9ea9-3cd18be18515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f3e605e5-b77b-4275-b23f-eedaa28ead82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7ff7e9e8-f715-4bbb-a660-19f93938a0b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e7e61e69-f184-4e63-86d2-2b2e40b8a401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d204bcc4-36e3-4318-ae17-4123d64e02fe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2279cc36-93f3-4fd9-a8f5-6359289b6b52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727d7806-ebe1-483a-978f-990a63d8cdf9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13915a57-db45-4a3f-926e-ce94b478a3a4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8b833b0b-499b-4dfb-9327-482e5e85831c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35e8a918-dcd6-426d-a075-fc2daf3655e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3d869339-0f9c-44e1-a6e5-01ef75cb605a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8ce6731a-95b2-4b0a-aca7-0277dddfa44f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24592f4c-e3f9-4bcd-802a-ef24cecee054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d84a537e-9344-4d1b-b7e6-61af134c7031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29e19e52-b3af-4185-840f-812998d32e3c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be7ca35-ca18-48e5-9f13-3809227d05dd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777aae9a-aff2-47f3-91a9-9ef13fff937b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797a83fa-77da-4558-b852-fa687834208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7f13694d-6f7e-467a-8bc5-b6285bd0d844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1396a739-c8e2-45e7-b8bd-ef0afd89cb14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66a8fec0-397c-4b2b-8b26-7db5e7301ff5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9d06aa28-6fdf-4426-889e-2f7f0d364739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d501bdd0-9de4-487d-aa64-c38f972d085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a4943cb6-1b81-4e89-9e9f-5bfc6a89c66e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49cb611a-bb3d-4264-b6a3-f929b09429f0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2a2e1b69-2221-4cf4-95d5-096b3f0128e3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621efd2c-e6f6-4608-a930-020102725c27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354ad8c5-5dbb-4eec-82a3-3591e80964a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9df345ac-723f-4d3c-9080-c7a849cd5523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89ce279e-851d-43e4-a2c0-8ce731437e2b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7c06f19c-bb09-4063-903a-632ea693dddc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51b2d47e-5d1d-4b3b-83f6-ec18affb6b05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b8514889-a79a-4637-ae5c-0532cd6439a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0871ae5e-0f09-4ee2-974b-6fae47518e87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bcae5a79-5a43-4b57-8809-b1cdda815716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bc6e64c5-4fe3-4515-bbf6-0f55e32aab4f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d0fe899b-73b1-4673-942a-6daad6a15ca5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f847def4-67e3-48d2-a03a-d8b41cc1d71f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b7126dfc-ed5d-4d53-9ea8-27a4fa07e3b7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d5c695f6-d7a9-4a7c-9d45-90c68e573173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9b178374-82c2-4698-aaf3-41783666b96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0764b7a4-ede9-42fb-a97d-b8a817aa0612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2f9e1c06-c5af-4544-a7ab-7191de54dab8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84a01643-743d-49dc-8a92-a11c993145f4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2fc4b409-4a02-479f-99a3-c886c9c7ffcb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4344d6c7-b1db-49ec-9174-c90ff152a868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40acbdb5-8b7b-46c1-bdba-8b18875b9774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bdc49bad-51ec-4c48-af3b-71492fe9c8a0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ce07b47a-aec3-433a-9ef5-c26c5852ba03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69d9a218-209c-48d5-9f78-23d720535f60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c69da6a0-bf72-473c-87f6-060b1a41527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986ceac2-47df-4fdd-9ea6-020aaabe47a6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37b1b4c-239b-47cf-956f-73f0f8c705c8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6ee78c0-8650-430f-8fb0-4187a9e06159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373d1ca5-3942-41b8-b157-a7175b3f90ae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47b5b089-772d-4564-9b0b-564dae021a58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a714bb6e-1821-454b-b41f-30c8c890ef05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e291c016-b01c-43d3-829d-17a7d07ea675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395b5319-8476-46cd-8999-e86aefe4f1f5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eaa55057-40e5-421c-82ff-8c55b9bce26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2680bda2-4773-4e83-b6c2-b7712331c70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e309fe9d-ba28-43d0-b4ca-2db870054d2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72f2ac2c-ef2e-4cca-bbb6-7b225dab001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614e7497-656b-436f-8efb-3f7224a9df7b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0f7172b-2663-453c-a0e7-ed257f88e536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e61d30bd-774d-41f6-8426-8161ae02404f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1bcac41c-de7c-4bc0-a57e-03074295982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4a78d261-066c-4c36-ada3-4d17f06f49e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faa5a7fe-361f-4ee0-a4a9-62d2acf1e45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573b82a3-1df1-4f60-94c8-3a08bde5d6e6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ee392dd4-3977-4d70-a505-5748ffdb8fd4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f7f8e76f-6d72-455b-bb90-1998b5f71ea1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b56dde9d-e7e1-45ad-b159-86e17e7a79e8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38282d36-1b94-476e-9396-3e3d1987da8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4c5fe5c4-1e57-4b36-b968-21d051373787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1aa4d293-0f79-4ff6-99ce-36f79885760b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41b99566-ecf3-416b-a28a-cfb5fd0cdf4b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0998f8ca-5239-4efe-8de4-d70e3b08b60f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4665c65-be83-413e-a2ee-7e05f5f972a0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d8f912ac-d9b4-407b-9d5b-9e4cda51e6d0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72a12944-89d9-48d2-80a5-3f9dfd393699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70757f74-9d78-4605-9697-c8838f5ea3eb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c8ce1a57-c6e5-4fd8-9e1a-7534ced8c59c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cbc7b96c-a577-499c-8e9e-9c9447d2f237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fca15261-723f-42f1-ae37-546c63c9d53f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d0bfedb6-0cea-4651-9de6-be653969dd0c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63cf8f52-361c-46b6-9ec1-a8bb6a13bead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c0ac0ab4-b7d4-443d-95d7-73656c2e1e55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44991e3d-5352-4ddc-b1fa-912f149800d0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20cd4ebe-e826-4ad8-b8f3-7e08908d3a9f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0922cb59-729b-4283-aa73-acff2211b30f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27a64899-53ed-4487-b39b-6f9df4784905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b4fb7ccd-b0b9-405d-8e75-9d7b7c96281a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15375487-7e43-49dc-8b09-23b74fb6c740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308fd7b7-c155-4dc9-82c5-0977e4a9c637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73cf8ce5-7abf-4d21-880d-4c6763c5d0d7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f9d5792a-fbe5-47ec-a895-d819eb31bcfc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8983c416-3196-43ec-955f-5f05ed512741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17805fb3-a63a-4971-8cb4-7d54a3ded1ad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a22ea07-ad92-4eeb-b5b8-fc23570bb5dd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012eebd1-e687-43b7-b0ea-80bb8ff8e30b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0903e690-5f46-42d0-859d-14614ed5a9a0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7f640325-e214-41f4-8c02-91d90c8e48dc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7ca56456-53f5-4885-a582-2a2feb42638c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1b4e474a-9586-4f8c-bff3-59b8abb7bf17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73633281-f3ff-4489-9708-b58b3c3ee142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2895ef0b-2499-447c-8a2d-47d368738b87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c85c6a59-cff3-4167-8adb-e3603a25626b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08595538-fc40-4958-a96b-322501074311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50f017c1-d786-4d55-aec0-9b0eacb5e816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358f8c24-6eee-4b5d-9d4b-6a54529a1677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e549f909-0499-4d01-ad5f-f0c7f7409d2b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7e8ddb94-02fe-4b25-bda2-27bc07048eed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2c78f834-d9fe-4f3b-98d5-e3978a708d19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de9b4afb-913d-406e-961c-2d945f022d7b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5310fc7e-e964-42f9-a609-c865f8a3d94c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c8a1acf7-290e-40e9-87f2-5631aad0491d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ce8e73d9-3d98-42be-924e-e012af732bb1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52b4f3b5-7258-4994-a2e0-625bfad708a3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e73f5497-5dfb-4c72-8389-89b5109878a5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e962767d-c8ce-4632-8ccd-d1923c8624cd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980aa51c-817b-4cc5-9e8b-a29167cde4b0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74acfdd6-9376-4bf0-8308-ded3e2a9f49b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31fafd88-2fdf-4874-a14b-f91b4bb77c67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b8383240-3999-4041-9601-ada499467f5a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565cacd6-0128-49fc-a86d-2d03b503beee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b3795125-383f-4ab2-9375-a492759f4f7d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060bdb3-0546-4251-823d-4f1e7170a424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486189fc-9fc2-44c1-a2c8-ff30add47fea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fb57e190-ac9c-4a6a-8a06-b77c1fa43267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0a81ee29-a7fd-4224-a471-fdc8568873ad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9e4c2a89-3be3-4496-8e78-33d77034057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2e15104e-f6ce-492d-9021-60a00297bdf6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f66898a3-dd51-4d0f-a130-58c0a91888a8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a2e9d7d0-6ba1-493e-8e6e-049a1e36a6df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c72e0341-e3d5-428d-a2f6-cb32988d6d2e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530ec20b-6a72-49b8-a4ce-82f24317f903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c2f8dbc-a378-46f1-8860-ee71bb1a3707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2323bbb5-3d9e-4fea-b0d7-3626cddd6a1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a18e7f1-d8c4-4493-833f-53b1b57bd5c2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55a692b0-9c58-4bc0-b7e5-cd9fcb142e9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ed5aa843-3a2b-4872-82d8-74ac80353d87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3c980e33-5112-4754-95d2-8c5c6a3ea8c5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135403c1-50f5-40c4-a43b-19994603c1a9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291c6e44-7c61-41b7-bdeb-56c90eb38a90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f1de365a-f183-4ceb-90f4-ed9d266790a8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0faecfba-d919-4d55-9f0e-65a4be6938aa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23f178fe-5406-4952-a8ac-71072c1fc701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0985d5c4-cf06-43ba-b63f-6d1982021b99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35fb930a-f013-44ce-94b3-97ea0c9c33ef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71825976-3fcb-4556-b447-06f9e66836f3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84d5bf8d-2606-4c8a-8a09-ba8eda790a6c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9e118d1f-6621-4911-80aa-b32536ed80fd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17c49490-cd7c-4e44-848c-42533b2dec16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b979be04-4294-4642-a8d0-af53a00d0ceb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29612485-1704-4852-bac3-1631fa8932ce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1e2afe3c-6f71-45e2-bb15-34043b20df73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d6e4bf1c-ca53-48a0-a053-d8c692d3daff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2ff676dc-3830-409f-9179-e281902d53f0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cf85c280-4303-42df-89a1-cab8d77ad93e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658a6c59-6987-4a63-a8aa-c94ea19adeba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ea50a96c-dcdf-481f-8807-3676a66a2a3d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137dea45-bc69-47eb-9156-610756a3d40b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d3b87496-9e9c-4e09-b0e7-bf584daca3e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1932f306-1199-4916-a496-e68c610f2726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84b7e05a-7318-4a2e-83cf-1feb2b02bc94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750981d7-62e4-4ab9-9ced-b65a784eb7be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65435972-cb75-48cd-981e-c2069960cea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b8cfefa8-6b1f-4236-82f4-866438792855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e7620b61-561c-4c44-a806-28ba4da08754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0fe9efb3-e814-437f-bd24-2a7aaaf7a4d3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83a41ff7-1906-4f97-a536-2e41a6469e9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5c4b014f-981a-4a63-a4a6-2d5d57e3c875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55a9ce81-d4b0-4e2e-8a67-92ff08967aed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08562e9d-8f7d-48b4-b459-6e1176db5308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d51352e4-f4f8-406e-ba75-83da5399db0c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e64aa8a8-78a3-4421-9691-d99fd96fd7f7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98031120-e875-48ce-86b2-37bb939321cc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0d22d5f8-f217-4633-9e28-2ad667fe7707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1255f690-953c-4fb1-806c-21a5f452d255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2ee2dcf4-0e7d-4d3b-8d6b-6692aafdba28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866037b-f112-4e55-9750-2a64ef593921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3" name="97ac27a4-df83-453a-a29c-ee3c170ff205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4" name="53690f88-73be-4f44-b806-d2e96c946c58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48cb78ec-a350-42fd-b994-6f2f7fe02ef1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6" name="9a3faf2a-ae29-410e-9554-6c80c43d0cde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f2f03cc6-9b6d-4bb8-983e-2fdb4711a3fe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8" name="8131329f-b198-4fb0-ae69-7e5e4688b889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dd3c952a-158a-4d43-8c23-5dc4a13e2778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a9dccbda-b355-4d0f-95de-f5f72e9fa187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4ec44827-89ba-4eab-b84f-281b92cc6947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ec4e152c-3aec-4409-8b45-9e8225f36c6a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4726ee97-109c-4601-b53b-04aee43df2f6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b8fcb53b-d6b2-4f40-a96d-6b0f44fb59b6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76a7a206-65d1-4351-af5d-e2b638f79ff1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74175760-d2ea-44fb-97ec-07b75264976f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c85a0dfb-33f3-4ade-b4df-419a8ebcb63a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c94e2bd7-d2fc-4bb6-b344-f83a5556a3c6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c22e2fd7-d1f6-40de-b59f-6488791eebaa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72785ce9-0a72-4d16-9074-35ed8d9c4416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c113963b-64a0-4b5f-adab-925b9192b586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e1251c95-4db5-46fb-a259-0d820d9f651a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089ffdd-2bef-4013-ba8d-2c1854cf6808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6dcc0c6b-7aad-4743-a8c7-cd26ba1ed3ec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318267ed-f93a-483c-aa89-1e70e218485f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2206814b-630b-45c3-a02f-608f9826604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4a3bd02f-bc4d-4d5d-8148-9cc91d2fb068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46d329ca-c904-41a5-bd14-4107904fad59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2fff235a-a431-4b80-a86f-44811e1c5747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0080427a-329b-4948-b5d7-cba5d8370d49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6817f66d-e084-45bb-8ef1-8e4334926c96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5bb79c3d-ca46-475b-9157-b131e4549017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7a52451c-5beb-485c-bcac-1b974293e3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63210c41-affd-4fb5-ae0e-a68cf804e95f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993e0a2a-e1c7-4154-8598-784b24846e6f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0692a533-5983-4144-b25d-9755caf99af5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1c330e6d-5a05-40b2-aa07-1e65de0b486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3f4e919b-93a7-4ba6-b575-591cc1a948d9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bdb1b7c6-6d57-4c9c-9914-ac787a72fecf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e7588a74-77ab-4264-94b8-24e1d9e7ebfb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568040fe-1f4d-48c4-a68e-6f2f18c19c2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27b7ae44-ce55-4c17-8235-533d3193c79e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1a5800c7-3386-4372-a80b-e78ac2d31f39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3ae331a6-ae55-4609-b57d-ac6ee4c538e8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91f04528-ffa4-4d3c-b50f-614ccb8405bb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ef92c145-4cba-420c-96bf-f0dcf100478f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3fcf6cb4-fc6d-4574-9423-a0c9670b8a45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f8a9e9bd-0088-4de4-a2b2-702a0851a662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78d2ab32-7b15-4338-a785-2712c5f52ff0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cabc91ec-fc02-43ed-ab94-7de292b0090c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031ae4db-af59-4779-90c4-47f67e94d06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b9cc4d2b-9991-4a30-b09a-e6b6874d9b3f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3b3ece47-ef9a-4fa0-adba-66a29499a37a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127171a1-a874-4579-800a-59043aa19a8f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93fbc4a2-ac78-4cec-a3ad-8fbaaf171b59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df468a2d-7d0d-4e43-bd46-6e707743cc23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63dd8c78-174b-4716-b2b4-675926c615e6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a65ca2d4-e429-46f5-896f-55f169b3e75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984587a0-4bc4-4f49-b962-53ed64b9309a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4b3c067a-a04e-4f7e-a0f0-2d1b94e13e19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dd66681d-dff1-4fdd-91db-0fa3e931f58f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409f2672-1402-4109-abd5-b9b5c70867d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becd8fab-a6f5-44d9-9c70-4238f8ba26e3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15f39b60-be5f-4c8f-9e80-d6dbb4c96abf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e62ad681-1466-45c6-b37a-9bac382d4e8b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75d09de0-cbaa-48e0-a6eb-61fd77feb82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7e957d2f-714d-4f27-b2b3-1b37f941c0a9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6f15fd72-d55e-42f8-a249-5c8cc9c10d3f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8053492d-8756-4102-b6fb-7ae20aa0edea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529dc8d2-acee-4c45-83fc-0d9e2cc82b93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f767c95a-b5da-40e4-b8cb-8709a37bfb04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5f839ede-3124-41eb-91af-1394e4349080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9a89b8d7-7617-44ec-8928-4cf9eb749728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cc0d4758-db6d-4c39-ba00-c5743919bb05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961dc33-f8cc-4b2a-b5d5-049a6793c799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9c2385a-95f1-4d14-94dc-6a41bb09d331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2470912-69fe-4c50-8152-658908539143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8811d744-cf59-4d9c-bfbf-93003fa246c8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73bee120-64a1-4567-8faf-41cc12a7c5fb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270cf87c-a88a-41ec-ae66-d6efcfe9507d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4c5a5b9d-001c-4f32-aad2-65a7dfe03d41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ef9a566d-569c-402f-b519-c4f38f3f09fa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0a0099d7-8319-4547-b011-647ccfcdf382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17431812-b1e6-4516-8f92-98cef5fb3534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efedf537-8a6a-42b5-9f44-046628fcac42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6ada456c-8ba5-4ff5-833d-db96e5a50902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75eccd6f-b973-49d8-a1ee-1cb154aedb14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79ee22f5-9c33-4cdd-b686-eaffa3c6ff4b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e4f80ab7-a561-42f1-9631-96f71a83f993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bf8af489-9be0-4b00-a919-6b8458f7bbed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2d3b5d24-db57-455e-bd36-59db74755a80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4d493f3a-1db0-4d95-adfd-0dcadcd21c7e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d6d105d8-3de2-409c-b15e-7f0678574cbf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deb5628c-7cb5-4dc6-b2b5-3a1dc6523d36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b9f1892b-4c04-45a7-abd4-b0c6bc734737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84ea4fe-49ac-405c-8932-d5259937b7f7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af115248-2e80-42dc-ae26-e54f4a1a014f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25" name="3401eb07-b5d9-4055-a0d8-fd8b7f1c31d0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  <p:sp>
        <p:nvSpPr>
          <p:cNvPr id="26" name="40ce9bfa-1a35-4944-b1fc-d60ff51d4568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9bd9d197-60bd-4e72-9430-6492884df36a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ea920dae-a400-4ea6-acd8-d78053520f8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23c43a71-363f-4ad9-ac91-2f4408d4be08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3813b1ab-9603-4839-984e-15511f35a80f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a0312bf3-9a5b-4586-a627-77e21a3673f8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d7db4928-fadb-41f4-8d25-a405b6d2906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60f883a7-1b29-4262-bc2b-23fc98d0a08e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c5f8c43c-5c78-4369-9c23-5f5ad8964eb8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c112ecfe-0a85-4fac-bd1f-70a3adea240f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a64bb25c-9c5a-4e3b-a12a-a7ae6457e6c0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94c5c2a-38f2-4a0a-a2cf-597d17e2df39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df95ef9-ec2c-411e-bd5a-a4d9c96ad1e5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9f064bd-663d-4847-a8b0-e2c5bea5a14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f8b08d0e-528b-4836-a5d7-fb7a05df32ea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00a8d3a9-fba3-40da-b6a9-755569c6946d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0643ee74-47f1-4b5f-a807-d3f39a508b0a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10b7b27-de7d-4a26-bb74-39e51e2186b9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6d12e00-3a3c-4aee-bcd3-f6cd0fd1fc0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19c27349-3228-4c42-a61c-d8af8e21ace0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6ef73a28-141e-4565-97af-9ee2d1ce7e0e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4d5acea8-899b-4873-9f6f-8415750b53f2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dc45c95d-fc84-4fb2-91f6-8d2197dc4ad0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eec297c9-eecf-4ace-8acd-5c2e0316c9c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75aa325f-dae3-4177-808d-f5504762ca48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33721a35-4ac7-461d-8e72-8162b833033c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e8bec126-3e76-436f-9d56-956a8cba59c1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f8dcc1e9-2612-44a4-8be0-42e5864a935f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45389e32-76ce-4f7a-81d9-82c693270b46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b85c0e7d-ed55-431f-b48c-211e2ff60d81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e7d170f8-463d-4fa8-994e-89457209a70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d30a3079-7b9f-48d2-b2b6-c703643e91bb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c3056001-cf3d-4248-afe6-61c811f71f45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1e8b7c5b-ccc6-4494-ba9b-96554f166889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5cbd9404-3cb4-465b-8b84-b063bc358de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94993ec7-b4c6-452e-bc37-d1a6c2cac8ed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b1768a95-56ed-4d4d-9d41-7924d1c55106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67cc5b07-4282-443b-8ecf-605c2f68d8d5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ca34b0e-6a6d-444c-a215-b99b53934b9c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d9b88c11-53d8-46ef-8d49-ac0b5389f7d2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72e4f399-cff6-4201-a6ce-5051762c38d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577a31a6-3c89-46b3-9302-0c54840181be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aa1b805d-04e9-4549-abb9-40d1a8c0a351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5b68db75-1ea5-48e2-b2a9-3a88d9956da1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d97f210b-5efd-447b-a7fe-f8c0cba6e719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84665b06-0e3d-421d-858b-8870e9c4d01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121e9b53-6725-4999-9ac1-193bd7407989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581d0810-5d46-4c7d-9a15-cbf1a000d44b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48e639ad-002a-4416-9a85-8931d605b996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f9621d6d-d34c-4b37-80eb-24136eb7f7ab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70b30357-0d8e-40e2-bdb5-0ab74435a6a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7c9aa97a-d566-45a4-8c6b-ef052baa5828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62f1bf1a-5d5a-4dc5-9b9f-187f280a26f9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7cdf239d-caef-4880-9264-6bf2d29b9311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560fa6ca-b532-4f73-a9a6-2245675debca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6a6e4c27-1940-4174-a149-f243ffaaf1db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3d1097d4-e51a-427a-bf3e-7ad21bf48ea9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42be7660-450d-407c-91ce-153562578e78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8f281f67-32cd-4f41-a96b-1011aac8d5a1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88ec44c9-2c34-41dc-b7c9-7e7d2cc3fd59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71c9800-4b5a-4f28-824b-c14887cdac58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ce398ac-9717-45b9-97d7-4c6c1cfb3fba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445b12e-9774-4b4a-a3d6-f9e43bd70f2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ce8041d1-ff8b-4503-9d8e-8794cb6e49c1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9365c3c5-a5b3-4455-8bdd-d1f4f1cbfda3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9aa101ca-3294-4535-a02b-b0c3ce6752d2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aaaa684c-688c-4cbb-9578-ce07b620ff70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f65ace2-c184-452f-af1f-9af4494971e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489814ea-6d6d-419f-a7d8-70db431a4d2f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636ebca9-7a2f-4ae5-adde-addac66462f7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cde0fb7d-491b-40c7-acfd-10ac3330b62a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1560d320-7c2f-475f-9bdf-10fd810600aa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6e7e8c48-c4dd-4d1f-98c1-2e13b76e6f4c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ca27c5af-8314-43ce-8153-a5d55d022be9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1fe17a20-ab3c-44c3-b308-c226dfb9ba3f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f77961b8-1de4-4579-b6d3-b04564a2f658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9e618c32-fb74-49c7-855e-86da49bdd4ca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e359675e-4cfd-4bea-9249-06c6c52e2208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0d5257f1-7dd8-4d5d-ae52-0e7450573869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7c5d3ab1-ecff-4089-8bdb-d4900878d936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a0c57f73-af80-414c-81a9-b30862871de9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b7651b63-632e-4d9a-b64e-ce9422128262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f608f98b-647f-49f7-8b84-bee07ed22aa5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2d2f7fd6-336a-482f-b20d-13532c1b7d7b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8db6f33b-acb5-46ec-a13a-ebc6f9ed893a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760c42f-5019-4955-8713-72eaaa435409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c998a300-edd0-496b-a2a0-a4f0c23d51a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c01681cc-b8f3-48d0-95dd-ccd4e8004f5f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d80669bb-69be-4a21-88d4-c28fbe1603cf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25ee67b2-cd16-40b9-a816-29993e853b4e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22eca6de-4606-48d3-b1bc-9e76bf72ee9e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09a0f149-822c-4a34-bd41-36897c5c4b3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c944d23f-4893-4b6e-be14-38e26727b94b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698bce79-bcef-4972-b610-abaf27988aa6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6840b802-d622-4944-9b0c-7859754f2461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eb99027b-72f5-46ac-94eb-d61bce5d4532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b800ebc0-b1a1-4380-ad76-41361133b2cf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9de489ae-2f3f-424a-8e60-7d201b1bbd35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8262e6b-7c58-474a-bb9a-0aac61a07da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bbcfdd7-f1cb-419f-92fb-85f502f9ce4a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96b8862-d13c-4985-aac2-fbddb90c750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054f3cfc-47b5-45c2-b946-2b3539362b97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63acde55-e00a-40b7-b19b-4c10f1beca2c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73fb6bf2-6020-4c04-9ab6-2b2f16956ee9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fe5110ad-fd92-46a5-ab94-df33a66bd30e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39e63c06-53c8-41fd-a170-d98cf7b6c69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09d3870a-f363-428b-bda7-88213d3d4384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532243c6-c99b-476d-9992-d4b8c4d40662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61a08571-a69c-4590-baa5-7c6a372bd83e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aaf74999-6f1c-44af-b877-cdedb6a78cd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4fc5dc4-13a7-4196-8b0d-a24733561a78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a449e570-ac87-4f9a-9a41-31562991181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17997a7f-21a6-42af-8f73-3ac60f794956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3154bb3c-cc84-46b9-937a-7f2a6152a763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5aa6e5d3-6a1f-4c49-a35a-8050921da138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65d3f9a4-ddc6-4a2e-93fa-403fc5c48d29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8e5a36de-0628-4002-9384-4f2dce79e39b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e0f4c0b3-6f15-46d0-85fb-bb6f92a7eb17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65e711ec-a556-45d5-855e-39ca5838520a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c7a28a45-e863-4aaa-8f97-03f0ce26d504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dca3a064-8e9c-4061-bb73-18fff108ad5a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2f7b6797-fcf0-4a48-a09a-282a8d42e5d4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e9abc953-b2c0-4e09-ba5d-b22672d2843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165e03de-8e83-40d5-8326-4fb40153ea95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3c1af62f-e082-47b2-a3d7-29956adc0383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06e04d9a-7e77-4867-875e-95ac67f01e2e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a127894c-f8cd-4ba6-ab0b-1b9ff9c05020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6e6313e3-0e19-41e0-968a-34a8b71673e7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2bc59418-0883-41f9-a241-7dec2e07010a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3d00c258-2dcc-4a81-99cb-fdb6349dc4ac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5cdd402c-6802-4eaf-b859-06e4b44a7781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4ba63ed3-36d1-47dd-9428-dd038c5ca7c9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2ca3d4b-985f-46d8-8b52-5be290a2e63f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4c75bb8-29da-44ba-bef8-b94b5c815a7f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8d124afb-5661-47ed-94e8-d60ecc64e15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35c521e5-de32-4b7e-a4c4-7c1b1cd8734d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cada1089-ed89-412a-ab91-393613497db0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507810fd-b2fb-4fe7-a569-079a7ef0944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a0502d96-0696-41e8-b21c-8aced4ac88f8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e5cff10e-447d-4b30-8ea6-ed2d0e339c8d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0327e779-aa56-496e-9420-ac3beaed3db3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c3600793-616c-4c0d-876b-8d7bd34d598c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6a9812c2-2a2c-49e1-b4f8-dbba9e9493e1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0fb88213-78be-4a54-900d-0398ee8f82a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b49a5165-131b-43ad-8284-8aefdeb8662d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37d6fea1-d30a-4937-ba70-6f67ecb0c5a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2591c7d8-e405-4de0-9ae1-00ee17eb28f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105cf139-ddf8-42b8-9fa4-20a556f31400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6a20515f-5445-4ff5-bcb4-49b4a0968d61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adbbdaab-1112-489a-b31c-82a1ff49c1c3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766a5551-ded0-4fe2-91b5-cb182139f96d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02d44675-0dc9-4120-bd5d-65cf32f7179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93e98ccd-4b44-4d1b-a443-d6a76fb37cf6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9bd9ee8e-8525-4377-8b83-8d0c50a62bc4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d4264be6-5107-4f1a-8fce-23bb1330c0c9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268fbed9-6a9a-4909-b4e3-61a4fe5070a0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cfc140e9-d2b9-4d09-820d-27a65c6256a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912ae74b-4fde-45b6-971b-3415805f2ed5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59c999ae-1a66-47fe-86db-15ae9de986a0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bf66ce40-8bfc-40a2-8067-a4dee49e4f96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24417bd6-96a0-4082-8fe9-7ccbff5291b0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2d801991-3b07-4ea9-ac31-e36fa76c484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43d079a8-ed2b-44ae-a71e-dfdbb19d150e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d6c236ef-a863-4b2c-b783-cbdfc6b97a4b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af0ab578-c101-4f30-8dc0-7dd25dc58485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1962fa78-13da-43ce-b5a9-04e2266a4d2e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f0cc4f2b-b2a6-496f-9b0d-22e177cf5ed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490bd4e-804c-49aa-87fe-5e5224c63976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cb3c4b5-c261-489d-86e5-c094fe9fdd2f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5f24bfd-3da1-4781-b4a6-7cd85f28f829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912c8b3a-9ecc-4e8c-86aa-acef68937ef5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90553e29-36df-4e31-9d64-b9007558682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2ecff2c6-07f5-4cbc-92b3-edf8059215c3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183a4590-9e32-43f8-be55-4d75503a4350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392458c5-c647-4526-9756-f3fac218ef5f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3bff924b-bb46-4475-beda-50d621067bfe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b23b9e09-f456-4ca8-a891-d254fb3c8420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b3fae615-ea1c-438d-9f3c-aa636bd4f51c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286d096b-c4b3-431d-98c7-a355ba4a364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533fe7d1-8c79-41fd-9cf7-90638f32ad22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d4282f90-9dd9-4195-a7d5-905289bbae83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076cd8dd-9f60-4ad0-b6fe-ec0f929dee35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0dce8268-59dc-45b3-b6e2-52c3e02181dd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48e45a20-da4d-4c63-884c-dba3132aef21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f86a30b5-1388-47ea-a715-319bcc09ed68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b8cec66a-d561-471f-baca-3721dc622a8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99b74da3-5d0d-4492-83bf-7e631bd4c8a5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f44821b8-23a3-4bef-87ae-59378ab4c119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490b9401-6c35-4606-bc3e-495f2b36faf6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a10b1847-2914-4584-815a-f112f4fd634e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ce3bddf0-3dd0-4702-a8f0-afa19c0f80d4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a3e608ea-0a94-4525-aa22-97c4e22d6d6b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ebbebd4d-eadf-4a20-a9ed-0f947d834bb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75c7a815-9063-4748-ae23-ad3a5f94537f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8061cd03-7042-4e8a-90a1-a75a72a3124f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23510e13-555e-4fc8-ba30-9d383093e877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95b3b491-3750-4115-b568-7d1117844533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3fb4a573-5a5a-4c12-aba5-e03501aa34c4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2ca7b63d-cdd0-4208-8456-9e4d6d3b9c2b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59012d63-6b49-403f-9151-6d870fca329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474ed2c9-278b-4cb3-b677-f9d1278af8c0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01042318-f8d2-4b62-9610-b2f8ba6ef5bc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877d505f-08c7-4c5a-b079-4eac040a1d3e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f6a06caa-c18f-4108-99b1-bb7f23c1b4c0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16b579c9-a015-4fb2-8ccf-1b5554d1b5b9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2310cf8d-e2b6-42e3-953c-2e4a3a5adcd9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813957ce-61d5-4fc0-87d3-61d0007808b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636a2fc8-811f-46d7-a0d5-34e3350a93dd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075dbe30-75f6-4ee7-9b0b-6cb38dc47c12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f12db7bf-3700-4e5a-bd45-60aecd31bfa8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a3016cdf-5b63-4f33-98e4-bb41cc581f59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6ef7193a-9a76-49c1-ac55-5fc4701c7fd0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854237e-fff1-41ed-b2eb-fd9761469db3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6bb9fdf1-b2ed-41c9-8e9c-6ec0b07d0987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b4d9a823-0517-4981-a6eb-d3a80a6fcf6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e6010251-99a5-4678-a47d-ae046da631e8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f8cd2304-ea3c-4ba9-80c2-1243b744688b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cf2cf211-f6da-42a6-9f75-94e142617457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213d0de0-1778-4b94-866e-fb242c3e8208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7907a44e-3567-4e90-b551-ee0bd99f4aad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a2ac468f-546f-499b-aa13-33c6e0b5e5d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ce31920b-9506-43a5-b6c6-6a2130a4a3f7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14d42713-d2de-40a3-8171-b1137894ff2a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8883f409-d5b0-4524-b360-08f06d012b86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9f7d29f7-866d-496c-91e9-aab00f942008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e8ad5b5b-e380-485c-931c-c05843d2b354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c6ab2a12-6fc1-48f7-a34b-6a0343005c4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12dc8153-e8f1-4c0f-a681-57cab446b3e2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bdb7eea4-d07c-4670-bb72-cd6f211d784f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857806db-c5d5-469d-8ce7-d6261dd6c401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3d21321c-01cd-4a92-a270-4f17bcaa7847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b5c2adaa-44fe-46ae-8b2c-ce31ff594bb4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03734477-5513-4686-979f-5e0028d44e3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87c412a6-b35c-4c40-a1ad-2a0788199c8d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2e31e232-782f-4fc5-971c-b18d038d69ee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90e2e4ac-5c64-4ec4-983a-f89b3528bbd3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0246b8b0-aac0-4a98-b818-5202a5ea3d48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54167c9c-eccc-4805-b7a9-537e5765d710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7682ac2f-f5fe-435a-ba16-ba26072c5fc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ef79cb26-cdca-40ac-9156-0a0694e28185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b0704d22-696e-49af-810f-d5b28e5732a7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6b2bb288-a0c2-4347-a6c0-fae6d2c36b5c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75e6623f-2e5e-44d4-9290-65090888c2e4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978a3d51-d2b2-4868-bfba-be1dfe653411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4c62144c-7924-44ae-b8a3-8813b1ed6be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d3541d0e-47b9-4785-9f9c-2011be8ce30c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36ac83e7-7309-40d9-a59f-fbdf998eb89b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bd29333a-0b9e-4dd0-beee-768024292ac3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4223f0f-2211-4251-b74b-0124e62947fc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c61b6ae0-181f-4bae-a497-c8c3987f6825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c3a9843d-220a-4f9d-81ef-1c5fe898a77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395e7aa3-31e2-4eac-8512-ab4151bc5628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14ea0e6c-bf34-4679-9e34-bae2aea5193b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27b54995-c4b8-40d6-8e79-b10e7337a356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b4c3db21-d606-46fc-9d76-d9d71af4e853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dec7da55-6948-46a2-bfc2-161356ae016c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85683151-20c4-445d-aac9-860d3d7a0b3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a6bde865-84a3-4486-992a-4599e6959ff9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6fff9132-af35-406b-8528-87d37cfc7280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c45c160a-d290-4a4a-95cb-efd7db40eaa5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cf004638-af41-410c-adbd-56058747abbd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4a21b46b-f7d2-4f84-9a4a-e2f9e702f5c2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02411ceb-7b17-4f0b-9ca2-cc238fa7e81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cd77e670-16d8-4486-b8cd-847acba90b85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ecff90ad-16d8-4278-b5b1-8dbe7c91fa92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91dd314e-5667-4a3a-af57-5f41445905c1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fb8a0b61-9933-4663-b205-0d939b7f6db1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464e3fb-491f-4b15-97e9-db362d11a0b0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d4778af5-3815-45cb-9810-50247e874a94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8652f22c-52f6-4d2b-b25e-8fffb65722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d95a1530-be02-416a-8788-c24a48102321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6876b664-db27-42fc-abec-d5bf5f8aa149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e5af98e4-d999-496c-87de-63fc62507e1d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df5c74b-1e70-4879-97ba-a756e129df96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33ea92f-e0a5-4767-8c42-ba8ffcc4094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17cdee05-8c4a-4462-836f-7a730c5571d8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6d3f18ef-3672-4b9f-8843-bf860c468c5e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f7ae3e94-18f3-4a23-83d3-6e4e637cf22e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678b6f7-e6bc-46de-994d-c8c516f53546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0a487c4-ab7b-42f7-b1a9-723963895233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aaa913cf-59fb-4862-b590-e0072ac4557d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2ad637e1-3dad-45cc-a74b-7d113fc305b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2322dcc0-ea65-4549-88c2-9c87b9081872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98c77679-ffbe-4eaa-b02f-800f647285a1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0670d5af-7456-49ca-a03c-3ab2a14a8a13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f19a3ff6-0a6c-463f-8c40-3075b380bd34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45cc68e3-0119-4a3f-a9f1-392265b3ce7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2be8d4ca-82b0-48db-b8bb-6dc609ce52fd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215c125e-c5ed-4256-b5cd-fe3a043eb6be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a9559da-4628-4bc3-abd8-0209554698aa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0acf13c0-601a-4df8-aef5-b7cfa4221d5f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d8062b97-1e3b-44cb-8867-33d1e6a48f5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11b4df4b-b79f-4278-84ea-3079820d1a61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658cca5b-e098-4cb1-9a77-610c86f15eca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bfb7f146-98ff-418b-b843-2eafe59e1b7b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86b21edd-fbe0-437a-9828-27ca9c150ebe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9f1797b9-7845-41b8-bb9e-65724136e1b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c949880b-e9d3-4bcc-b85b-70ba4e339a48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d86a904f-905b-409e-ac33-940f33cc13ec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ea65ed69-48da-4fdc-9173-2bc3701bba50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ef5a9cdb-b899-4bf3-baec-46ed143e7bf0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25463e9d-4e20-464f-bd44-365aacbcaed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8dbdcd30-b2a9-496c-81e6-cf2e9278a567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e7cfad5d-c0dc-4851-9afa-7260abd7f7c5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9b8cbe74-cf6c-4e50-acee-71d3c35a1cc3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cfe27472-484c-4316-a520-fa35c415d5f6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b1065ae0-d1d1-437c-9e4b-db2bd9ef427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f5b6937a-e1e9-4a84-a3a6-0ff6cbd3fd9a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3a2e516e-ac19-436f-abc5-b5f5781349bc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aceb52f2-f7fc-4e35-99a3-5a518e7c6e08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0c6fbf2e-a665-4de9-b202-b4af38ee0da2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c2e5be93-8ebd-42fc-8458-28a9f003fd5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d430f761-9280-40da-8084-26facbbc9da2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777a05d2-7a7e-435b-a5f7-a9c8a2b4c079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9fa8cba5-9ac4-408a-978e-784f6aaee2db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81c9ed01-36db-417d-a697-c2c707f97997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9e1a4089-bbbd-4a95-9329-6cffb4bb963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062875fb-d4cd-4213-b99b-1c79e0ec4bdb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e5560f98-c532-47ed-9a81-217b23e78567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8629514-2624-4dd4-9de4-65f9c66559d7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f33ca7f-93f2-48bc-84c5-a9e4991ee1c1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48f82aae-cb1b-47c9-9472-186a39ffbb2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92c3aa84-8de5-4d0e-b27f-33e75da62f7a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286700c8-8362-46a5-b5a0-7db5d4984c62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ad23a441-f454-4e06-9100-700c953e07f8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9a28cdc6-a117-4d52-a3cb-e7727df49442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9a91328f-a409-4cd6-887d-fd1230adc8d6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f727ef89-afed-4bc5-9c4a-6834efe10c0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1b9b35c0-d199-4b93-bafb-b12b3e0da093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a673cc55-1c87-409c-bcbf-e3dfbf248435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3225cdf5-3473-44b5-bea9-937d57e4fc99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82ab6c8f-167d-4a5f-9509-1e32fdd408a6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3a88c52d-bfe9-45f5-8f50-a3a5ad136af1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0cc889c6-761d-4b44-9ab2-7908afec3ac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c037d9e7-3bae-43c2-a0c4-50a5d35a2042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3dd82205-5cec-4862-97ba-925839916468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083f1ed3-d56c-4355-bc6e-22f03af81bf2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