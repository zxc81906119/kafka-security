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PROD 的群組設計(以銀行為例)。設計原則:①人在 PROD 預設唯讀,寫資料只由服務帳號做(SCRAM,綁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topic,但不能改設定。官方沒有提供銀行或正式環境的群組範本;本頁的切法是依上述原則與職責分離的要求所做的設計,未查證主管機關規範。SecurityAdmin 與 AuditAdmin 的實際權限未在 demo 實測。依系統切群組會讓 role binding 變多,要留意 1000 筆的建議上限。測試環境另用一套群組(名稱不帶 prd)。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2e9e6e03-3a94-4ff2-976b-601644f696f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8085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075c02a3-3c6a-4418-83df-72e218c5040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20649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25ba2ffd-6581-4017-9d5e-d6201d1fef2d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7" name="6fe08221-96f1-44d4-bda6-bb412f2b8759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7b1a8262-2e7e-4bed-96e9-a127e17c3c2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326bf524-157f-4050-bb7e-5f5f6d9246a9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4f476a2d-c23c-415a-a788-cd0b43b8ec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cc946b4-b0c2-4d41-b34d-22e8b239bb68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授權:PROD 的 AD 群組設計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以銀行為例:人預設唯讀,高權限群組平時是空的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cd4cc8fe-1f0c-41f4-a63e-87d2630e21a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050410"/>
              </p:ext>
            </p:extLst>
          </p:nvPr>
        </p:nvGraphicFramePr>
        <p:xfrm>
          <a:off x="548640" y="1685050"/>
          <a:ext cx="11091672" cy="3716415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kafka-prd-&lt;系統&gt;-read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Topic:&lt;系統&gt;.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kafka-prd-ops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kafka-prd-topic-admin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kafka-prd-rbac-admin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kafka-prd-security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檢視安全設定、管理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kafka-prd-breakglass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 或 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自己的 topic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7be3c880-ba35-4e14-9753-70567e3a9859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群組名稱與前綴是範例;topic 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834e472c-8977-4ed6-ac68-0cc426c859b7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fd0b68a0-7140-47f2-a113-17adff50eb51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2ca0f55e-0173-437e-985f-8812b1406cac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2eaa3db3-c58c-406a-8d67-71e48bbcc86e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8b2ce2e5-2fc6-43fa-b930-fd2884bc6a1c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9096675b-7a57-4614-8160-c898e6ebd323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05e858ee-dd1b-442d-857c-9ebc3bcacebd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6b909793-179f-4fd2-8d1a-abb72923cfd4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ce82d0ea-ba7e-43e8-baeb-04da4f9fb597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4fae0f85-f570-4c1c-81c9-4d7f32d4cd44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ae2372d0-a3a5-4e69-9600-129cc260e46c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1366b105-3541-4ebb-936a-b805dafd0a71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a34aa002-1d60-4c32-9f24-66a224d75779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fb38b752-ab12-4113-a5ea-f53fc44a84e9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fd8958e9-249e-4022-a765-782d5bb4f3a5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e4fc9b14-4f0b-4460-a425-c8ed5f4175ca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f7dd4398-a62c-4e76-9a66-b11c8c40705c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0079d38d-0bdf-4d3e-b380-3c81fc0d6447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2e8ee203-2865-4189-b15e-36d57af7dc0a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840763ec-e5c6-412c-9b2a-f39f3eefc830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2d9c5933-0c1d-4d0e-bcd9-4545bf84e9db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62cd60dd-e7d7-47f9-ba05-3cd1020b9f27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083d7c7a-f3e8-47c9-923d-38ea65ba6a99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1d3367b1-818f-4cf2-b2fd-54f5ec8eb504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537aa968-8092-4837-bccc-1454a37cacd0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77a034c6-7470-4921-b6be-87127267db7f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424c0457-9d8a-435c-8888-6864a67498da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cc861086-bdf3-457a-9955-93c69727cd9c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14d23760-ce73-4830-b721-105936d9f1ad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0c69a9e0-ddfb-4f55-9b38-92da9fa0800c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5a2a2e27-ecec-4b25-8196-46ff708367fa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694e3f85-79da-4f24-b4f6-52696d4061fe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520d4c9f-8b25-44d9-8fc6-340fb0f4fedd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69a96376-1e6a-41f0-8584-ff55b19c5f4d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c32762e3-0fc3-4888-8c1b-f30d65be85b5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96cc12a8-4b27-45a3-8c10-f26eadd01cf4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5678d05a-ec22-4f2d-9c9d-b9587984d740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2c16f53d-3023-4ca9-ab5f-a460009b29c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a66b11b5-d2a1-413d-a795-be6ec52fa9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27520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token(見「服務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36a35280-359b-41e9-b3c1-284c856338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381ea8d3-cd6a-453c-a23b-2aac74014d8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d6e12b41-296b-4091-afc6-7e539bb2a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39b14317-2d9c-4c39-b903-4f943972c041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6645</TotalTime>
  <Words>3127</Words>
  <Application>Microsoft Office PowerPoint</Application>
  <PresentationFormat>寬螢幕</PresentationFormat>
  <Paragraphs>270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授權:PROD 的 AD 群組設計</vt:lpstr>
      <vt:lpstr>Confluent 內建 RBAC 角色與 scope</vt:lpstr>
      <vt:lpstr>與 Kafka 元件交互:總覽</vt:lpstr>
      <vt:lpstr>人 → C3:登入與之後的請求</vt:lpstr>
      <vt:lpstr>服務 → REST Proxy:憑證換 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2026-10-05T07:20:26Z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