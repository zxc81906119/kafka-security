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封面。這是第一版草稿,內容依客戶前提設計;之後會依回饋調整並套用公司模板。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的憑證可省,前提是客戶能建幾個一般 AD user 讓 app 走 Basic。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依客戶前提設計:AD 僅有 user / group</a:t>
            </a:r>
          </a:p>
        </p:txBody>
      </p:sp>
      <p:sp>
        <p:nvSpPr>
          <p:cNvPr id="2" name="623b2518-04ec-4560-a708-fc0e37484ef2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fd08bfc-42c2-45cf-a8b9-5aa9b300d784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270c549-6009-4c19-ae71-4fdda737386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7659515-e06d-4294-a9b2-13868a2c534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f1e32ff4-0c1c-4526-a49f-32f1d04148fd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0bee36f4-eac5-44d6-990b-77438ce937a8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72376544-02ce-410a-be6e-e0dcd12d3364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6638dc93-5676-4cce-8437-206a6c31bf18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10b319b-06d3-482a-8626-6ab25e4ed4c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bd3f496d-a893-4a25-a18c-715bd8b550ba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PK + 憑證</a:t>
            </a:r>
            <a:endParaRPr lang="en-US" sz="1700" dirty="0"/>
          </a:p>
        </p:txBody>
      </p:sp>
      <p:sp>
        <p:nvSpPr>
          <p:cNvPr id="11" name="f8a1634e-1ec5-4948-972c-6775475bb8bd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13e2fa9a-0852-4123-b1da-aca02c268b14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d8baa2d6-6357-49a8-bc7d-8efdcb4689ad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44eee7ba-98bf-451b-9056-13661354fb8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5e13e4b8-93f8-41fc-bd61-c8ee52ff0d23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4c74f897-0a6f-4994-b12d-0a3d2b82f921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e5904d94-ca17-4782-8455-f9de5f92b8c5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eb540373-dbf0-49bb-a62f-ee7da986e691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671c83cf-4553-498f-bd74-17b8a6b922e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6ced484f-48da-48d8-be0e-3db8219c313b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6923003c-6c60-45b1-89cd-ea7fa6a09d67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a9489912-9555-4919-b6c5-7a94e1218837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9c1d8f47-2135-4666-827a-7bbe7df8a87a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5953ea96-c5f4-4a78-95d9-ceafead9ec0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04f5075c-87bf-47ba-a72b-42747c56e94e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AD 群組 + RBAC 分層授權</a:t>
            </a:r>
            <a:endParaRPr lang="en-US" sz="1700" dirty="0"/>
          </a:p>
        </p:txBody>
      </p:sp>
      <p:sp>
        <p:nvSpPr>
          <p:cNvPr id="26" name="51021ab1-39df-4081-8eb5-ee0b735e9929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300" dirty="0"/>
          </a:p>
        </p:txBody>
      </p:sp>
      <p:sp>
        <p:nvSpPr>
          <p:cNvPr id="27" name="3ef24487-73dc-4977-b433-55768824d1ef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beb4cffe-7ba1-4438-91ac-02d77f8d19ad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ef54dff7-e8aa-42c1-ad58-7bfb6d4e378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f35449e8-d233-45fd-b709-7fd166c72ba6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0a183b4c-f8b6-456b-a244-d46235915e4e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dd12a54-a7bd-4b60-8f35-e8dc579c6519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307c461-393a-4e37-a77d-eef9a1fe75d2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89c9df5-1104-439e-8115-32addaf0f9e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1e18da46-ce2d-429b-9fd4-375c27c137d4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cd8de1cd-1953-4243-8f0f-e41a863e5513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2188c4fa-5f0e-49a3-a424-6009248cceb7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ecb3d440-f754-4c60-a01d-ab3f0d5c1977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4e1b4cd-39ec-4c90-995c-7efd82a757cb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3b4ba3cf-67fe-491a-b9f8-badb284d9cb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c39a99c3-226b-40aa-bdd4-190af460fbf1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5dc938ac-efc5-42d8-90af-321c100cb446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58d0a91e-855b-4228-9993-8bfc568c2cb1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4e0f7dc9-217c-4637-9a67-91aedb41b46c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138e1eeb-fe86-42a2-a31e-07cbb25d3c32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44d6c88c-dd1d-4683-9f8f-ac12a1d7d59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03911d6a-47bf-4b54-8b3d-21308c7ea951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331924b5-caac-4ed6-a800-51f295281c48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集中授權</a:t>
            </a:r>
            <a:endParaRPr lang="en-US" sz="1100" dirty="0"/>
          </a:p>
        </p:txBody>
      </p:sp>
      <p:sp>
        <p:nvSpPr>
          <p:cNvPr id="19" name="e8726c85-03a6-4872-a2a2-111536b586ac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c69a3996-b6b6-4e28-87ae-83c8ae25698e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bd02c45e-976e-4b7d-b72d-84fae45f7529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4a82d4d9-66c9-4121-a0e8-3d9500324c3b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3c4dbc9-8d76-4ce3-ab29-9a2916bf20ac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9f54d52-0759-45ae-8617-43901cd41985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5bff937-a5f6-428e-9e0a-b9299c50fd1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de10adf2-7499-4272-bf9b-6bcd8278f8f6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1579fefa-bc93-4116-8827-467a1c298b09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f21a5e2f-1f52-44e9-ac18-f40b38356354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735a70bf-ac91-401e-a276-a70d7b85cbf3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7df2083c-75b6-4f19-9f22-16b9cccc591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dbf72d99-8dc1-4e04-aa3e-b8be914fa786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45905ee7-fd79-47c3-840e-f7237f52bedb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2ef1a188-3427-44ed-9c90-fe88a93458e3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8c33a5f3-84e9-4564-a230-3c9ccc795c68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5659b317-1f12-4065-8535-9d53e2afc2d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f68fa8be-4511-4f90-b904-6a65116b3a3a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df29fbee-5425-454b-b5b2-d6b030e27acc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05f106db-5ded-4fa6-94af-b33894d3e613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4ae29a27-ff19-429e-85ec-f113cb14945d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738dffa4-d25c-41bf-bbb5-b9b4be47f4f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c04c5958-75da-4632-8ac9-ad215469cb71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1cb17454-cca2-4ace-b2b8-9e34b40f0115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07ef5e56-2a1b-498e-9297-5ce102c94240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0ab1e194-af44-47de-8bf5-76b4326c07f2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c41afc6b-74c0-4c81-82e8-d18867c416d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bfda6fed-981b-49cb-9864-50329b271ecb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bb45d170-6599-4028-b7e4-b641ab63bd00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2bac152b-5abf-43b5-900b-7e3d2bad2c07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98a1a118-1d90-4f48-80e9-0bedbfdccc13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8c8fa988-8ac7-462d-911c-b05fd03dee9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91d827f6-3c01-466f-95c2-fd2370dd2d77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6bcd8a84-4bd1-46f6-bb8e-285f5c5f5605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fa6b31a5-5a61-4a42-8485-023b152538b7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eed56b48-230b-42b0-aec7-a089196ea60c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2813bdac-0e82-4961-a782-e1be204b40b6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bff5e1e4-a524-4c54-9a8b-95a97b4766be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a2086dc6-458d-4c33-b9e8-5e6f9c398be4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d57007dd-eecd-43de-a957-38c466aa4730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cc65f71c-9630-4c11-a2ff-771d48daa383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55e3e7a6-6680-4510-9f67-510a4683c00c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8750eb5f-8ed6-4fce-8b61-cb5d026c2878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6559af19-679b-4871-bc2b-b1e1b09fb0fa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c86fb8a3-6410-496c-beb7-5defa70bfa2f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dd31d7f3-b692-4f52-abf1-f6fa9f112081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e421b6bd-1d3c-4953-bf76-c12bb61f9e2e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edbb55a9-d4a6-4180-8c88-2839b14b11b0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c4e63893-4663-44e1-9500-b9df74c59bda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82d0c8b-75a1-4a54-a541-b5085a9c0490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6c7de141-8d06-4b49-b63e-b0b8f639c55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83a05db6-087a-4078-b480-25794dfc1b16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f8dd72bc-e1fb-4efe-8c3a-1ede12a4d4f9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6491410c-e7d9-4c21-b7e6-50345a343f92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91438e3f-688f-49ca-a79d-acb3838870c9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a509dd2c-6959-4aec-a9be-11f852a4ec57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52f65c9b-cedd-468f-92d1-793465050c99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9c522ca2-0970-4391-b9d5-3cae5783e261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04f909a7-94cc-4dc6-a42a-8d0c03235e13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7486afdf-5a43-4869-9f64-a75fb9ac1291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08ee3dce-538e-4342-b254-6fa7c2897539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b02511d0-942b-4eb8-ade7-337ace031ef1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51de138a-ec89-4b36-8800-4221e06dfe05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4c1f18f4-c4da-431a-a384-b7513ba805a9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7c3235f6-7c75-48d9-aefb-eb23bb04bcb4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f8960374-dfc3-441b-9fe2-fe54ed2c36c9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37c02718-2502-419d-8cf0-a0a7757752a9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3b991621-5a1b-4a70-911b-f235fb3b80ce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2e9f6547-c583-4cfd-bdae-8f89ddb7ee4f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74640ea7-a8b0-42ee-8f4f-c4b14e78e2e2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231c9416-3477-49ba-b154-ad1594c5dfd9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3c543e3e-7478-4223-82cb-311436d22776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9ef648b9-7da6-4603-adbd-0fc266eb84de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f0d4dd35-f4cb-45eb-beb4-7a2db2c82bfc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d5b4dc6d-e656-4ac1-963f-dfaf61b720a5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7ba8a44e-4e11-4abd-ab27-349ac8cb6de1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d5a1a8e1-11ed-4197-9eb9-d0cf34db5769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e6916178-93fd-4c61-a779-e9804583a23a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98f8db9-d2a3-48ef-978e-d78401db8168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1aedb65-cc3f-4259-bfad-e06edf37ac92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51b592f5-0421-4333-86c9-e5b617b50c4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fc4997a7-dea9-41b0-a402-a3ca8062c7fe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dd2e50b4-98b4-4805-8a7c-7aa23e9f6397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175a1129-6bd1-45a1-8f35-dfeee8029000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8bcaf731-2d58-43f4-9a30-871d51758638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78552900-56ec-40dc-bb3b-ea958bc9a269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0c8045ea-e161-4419-a8e2-675a72f5f1a5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78c1fefd-1ce3-4296-ba0c-75630981a4dd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e3d98fde-8065-45ae-acad-2f6871009fe5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391c3f9e-536a-47a9-af5b-08b0d5d05591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6951c164-8970-4bb5-aa1a-d35a0e46abf8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f8bc326e-5b0a-45bb-bcd9-b30d9adf5e3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0ada7190-3e5d-42f5-8f79-1c698e34800e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877c57af-184f-4566-9099-ab266b0e3a3b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91f7c987-c3d5-4f31-aa1a-bcecfcbe76a8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912b20a9-864a-45cb-b3f9-04bf399858e8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255419c1-df5b-44ba-bfc1-d69f0a2bb72e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6fc324bd-c2b0-4dee-ba23-bd2a24b462e2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5210eeda-345f-48d3-88b4-da3f2dab434f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612ef660-08a3-45c8-819c-e07d763dacb2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37753a51-5fde-434a-8363-d00b51ddd0bf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62f299bd-8037-4662-8805-8d2346ca3aae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ca556c7c-aec3-464f-9fa7-d3014c712ef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a8f2ddef-631c-44fd-b91b-021299ec1ab3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2184faa3-8ad4-437f-937c-4b3b792eb5b9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eb1fff10-e6c6-4ad6-8d80-21572d91c2aa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139504b3-ce25-4447-880e-17042b386b62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614d612b-9cbf-44e0-af78-7118e151c5fc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f54378b8-5d03-4216-a2db-081b83ad6637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7d266264-efd4-4e5a-9b10-40b188d791cc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5811bf32-b78e-45ef-9426-986f91db3e41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0c03ce77-1d0c-42bb-aba3-511823edba0f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cbc79a4a-e335-4ffa-9c76-d72ddad55d2c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f438a9e1-7f9f-4f09-bba8-3aa288aa35b7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3d6b0487-79f6-4365-84d6-f2da0e635141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155bce4f-8e05-40a4-b487-8f6b719e4e39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015a234-54d5-476a-acb0-99cabf6ef645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1d3d7b86-3deb-4510-a368-3b9535a5a263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c7c3803f-0b64-4948-8bc5-d472c58e792a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0dca7cf9-9285-4d0c-aee0-6ddd87dc860b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44455efa-86b3-49f0-b83e-69d09886cebc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9715498d-c0b0-4a2c-b7a1-57bd7428449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b685b3cb-8502-41e0-8476-dbace9c40270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c4a5e2a1-522f-4c82-8018-53d36f776e34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0" name="bffff1bf-1b5e-4368-9058-424e1bb3de93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1" name="7feb072f-2bfd-480f-8aa2-db6295be843a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7888664c-eff7-479b-8956-4b9f01be01d4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3" name="bf7ec6f8-f0fa-4c54-9fbf-6fbf9a068a59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da7c37fb-0a80-4c36-af4b-1ecdf5abcd8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1f7345df-5b2f-46de-84d2-d932d5fac9b9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dba30b60-4855-4fe6-823b-5dd092f45805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e347cd8b-50fd-40be-afbe-5c2332e245cf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ef1be17e-90ab-4faf-bf62-08be98c0fa26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d13d19f0-b1bf-4f74-8fe7-479bd2341d03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63424c62-d4bd-4b50-b634-aa2ce580303b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8646f568-ad91-4fb2-9b6e-1c618e146c1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3ae5bb81-7723-439e-b3b3-edcec4096df9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a694367b-ae53-4956-88d5-f9fabffe3898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e75412d0-df8e-4f79-93ce-38606859466e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8b5c2ee5-e214-4a6c-82b2-80cb315bb886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c2d24bca-3a11-4fc6-a9de-ff36c11aa8c3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3256c894-ca91-4766-b0ed-f9c1c9208d83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aa6d39b9-cd8e-4c5c-ba06-a3f1798b425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12cc3c61-8c66-4be7-b70d-9cadb1192a25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27cef0b8-89f5-491c-b7c5-58c428fd0484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ae4b30df-c5ce-42f3-956b-363396fb00ce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ce2dc8de-16bd-47e5-85c3-c698685758ca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35f2a3b5-feab-49ac-89b2-a97d3ebef591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b42af8d0-ab8d-42bf-8660-93c3006ff8ad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a66a672d-2154-43ad-ba57-0ed392a7cce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320bb01f-2b6f-4644-87dd-62e099fec6cf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b313a33d-7bbf-4fd8-8093-909677645495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23199903-d6dd-401e-9bc0-8a92c4c80190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7f224fe3-8470-4284-872c-52e17a981c21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055ecfb7-3750-4781-8236-b58e83de38e2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7c06e633-e8e8-46ea-824d-5df01f0fab7b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2" name="d0b194ff-1461-44e3-820b-a3ce8ca37f64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9dff607-5a09-4e18-b01d-29b4d94feb5e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5e34d911-d190-49d4-b375-4cacdd77b49d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d9e78db2-9704-4b2c-a004-489bcf5b857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40930a56-3db5-41a7-9cdc-5fe4d36f807f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a70f4541-31d2-47e3-bfaf-e3e02bd13241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89d5cac5-a781-4507-8784-6e8e21bdd80a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6ea8a57d-6e11-4f94-b082-2ce9a6e6d4a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d9120fb7-ea91-4b31-a111-81ef9937387e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f5d1da29-62aa-4c71-81c6-2050fae7d926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d1364f85-ce6d-4329-9234-e8a77bf7c891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d2bee5cb-e442-4981-b34e-b977e17723e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d0fef48e-491c-4c18-a9ce-ed3b8c463220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ddbbdeb0-fa63-4c20-acf6-90778770a617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b8410fd9-3835-418d-b707-3bf046398a96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e24b9105-06f1-43c9-82f0-c0dc24f2ca85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c82f9481-dfbd-4e7c-9c02-2d339e6f2ba2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773c5c6a-b45c-4799-bf88-b99d00b81fb6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c0f9c13b-f9ef-4fdd-95b9-39c65fe07abc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e6d8890f-4f67-4d3a-9e32-9e8d1169a6f1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e27122e7-f8c3-45d8-b923-1b690be22cbc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d4173ef8-529a-44b6-be45-ff3d260ee0b6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52552519-29e1-4bea-af8e-f58d900d0267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c7fd88dd-f511-4b5f-8fab-c2e6db7a59c0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096f02b4-dd7b-4f95-81fe-463d24d2122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fae47211-63b3-45d6-ad2e-fba42ca3b598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561d907d-2583-47b4-b6d5-572d43a144fc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8c17f9a1-7a0c-4fe0-9234-98b15056f187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71aded89-a326-4f79-a7ee-e794676f8c2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0bb4877a-28cc-45e0-ba94-8ac9905a42b4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e4bc465c-8289-45af-8d2d-9655131cc1fe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 listener,各管一件事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93421e4-efa8-45f6-8046-94ab8073a922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538961f-9676-457d-9c9f-eb9407535592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966fdab-8a49-4e0d-a94c-3ba1ffa4b85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fdf6684b-b2f5-4080-90ed-5305250839d7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b846ca1b-a929-4698-a697-cf2f92eaf397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listener:ssl.client.auth = none</a:t>
            </a:r>
            <a:endParaRPr lang="en-US" sz="1100" dirty="0"/>
          </a:p>
        </p:txBody>
      </p:sp>
      <p:sp>
        <p:nvSpPr>
          <p:cNvPr id="7" name="8fbc8eec-373f-4d5b-935a-853c94ed30aa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60baf4ef-3d02-4fd5-9b4e-eaa49cca0d41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922d1a62-0109-4e10-87fa-fb6fd8ea4ffe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e8af046b-d176-4841-9830-e5b738d7b15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76dd3615-3d0e-4741-a1da-96057fba467c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dd42c299-2257-43ce-933f-81a2a874c777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b0b08f6b-069a-4790-b074-480861341215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181dfe72-670b-4c93-8b62-d8b7ab8e492c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ac48dc02-b921-40d9-b856-f65d895ad07e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d03a0121-cf41-4853-8d50-72be1680b76c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5ed7fec9-928e-43e2-98c2-f940a41460c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86ff1129-f5d6-4466-9ab6-a8f23a6c48a8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a7765146-77ee-4523-a147-766920306d88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a0b85dfe-a5a0-4c99-add9-8d6f95355e92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3366dedf-6f13-45e1-ba51-aab8692b680a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4674ecb3-a275-4905-bdd1-ba1b239de075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0dd84f47-4e03-4a8e-afb1-2f816ff2b819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2852e6da-fcf4-49a8-b601-7171ac1366e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8019ac50-fa2e-4d04-bf95-2c77ace76c2b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5e2a764c-fdd8-4e9d-b736-37bb96a3b39d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10986085-89bb-45f0-b1e7-f25e5f860330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7716b134-623b-4df4-84a6-1d120613bb4b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6e38adf5-d0e9-44e0-ba13-29ba291f0b29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4c67390-5d7d-40c5-bf1f-2eb0e04da320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9b2fca36-d0ed-4de2-a924-8cfce145a6b1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0531f55c-e505-4643-9d05-42d2e63fd2d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0729c0c4-97fc-443c-9f9c-3f6b973fbbbd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51b65e03-439b-48ee-a91d-c2c344c0e0c3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aa49f8df-2b77-4c84-8f6b-0b62ec5c86af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5ea32dd8-e194-42de-a286-809fcad31bbf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d8a763a8-5ea7-408e-aff9-db6e2781052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a68e2db8-75bc-41bb-a898-66415c94090f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79f4f7cd-0449-4d04-92c3-02dbd6ad2bdc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d4b449e7-5371-42ab-8e94-939b1d63b125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446971d9-5322-44bb-986c-8bd2f0e0ed2b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5a98429c-c6ef-4e29-a96a-e91007bd916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471303da-73b9-44fc-ad50-99392ebf3455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bbe74396-9032-4c82-8087-9f6a0cc0c71e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f4cd54f8-7405-4071-9349-75839bc72029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384dad13-11ff-4bec-9b36-8577b6300de5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ebca3ccd-7abe-4f7f-a97b-3f847335c6a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0e5ebce6-1c82-4bc4-bed3-26dfbab9730e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b3024a42-dbf9-4bf2-be64-7513681ee3bc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05833c8c-a339-415c-a928-dfd023bc7737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4a25bcb8-ece8-4ec8-85c4-1b738b9e7f91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f5df8986-3153-4283-86ec-83ce22ffb3c2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fd35b3a8-3c8f-4d29-a072-c8489fbe31f9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dd9f9138-5686-4f00-8056-bb78433e4e90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e2c238c8-47d0-4b93-87d8-f7e4966f87f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70ba9585-987d-4dc4-8201-58e610f0693f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68f4dd23-bdd6-48ca-a1a0-ea732bd4a30f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54e41a7a-b9d7-4c50-99d9-3cc2c0e5e6ad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8870fb63-febd-4768-8dc7-5ccc6629ccf7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05304057-f5d2-4b12-af6d-34328ec000f3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cb069891-d9cf-427e-9b4c-69efa8b1e6ae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809cc600-85aa-4dd9-8c77-2e4e5d775ea9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b15a46d0-fc25-4853-b65f-5e64b11df0bd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2246748f-98eb-4750-921c-c20c2956ae65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68bef0a5-f8de-4db8-9399-8eacb3c673b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a856d96b-a765-4cd5-82a1-34864b58fc18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8100b3e-6ee9-48b6-9049-fcf6f5c5471b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4f69d995-64d4-402f-a9e4-796e34384882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a925ecf5-c66d-400f-bcab-762519901c27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3db041a2-2db7-4160-a0e5-347ccc3f507c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d4797e20-83a9-43d5-90fd-4dbc4572dd20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6e9861ec-608e-4e79-8b90-5a91a6c078d9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4e30c886-a6d2-47bb-a046-e3b9a4dde409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2d4f623a-89c9-4435-b66e-5d1f7b280b8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87ddc112-0512-4866-8e92-3fa9da4ff86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9c041326-d830-4ccc-89c8-7385647150e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476b9617-87fa-4384-a0e3-5667a8de104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eeee7f5a-5a8c-4979-9c68-371254ee8e03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91a75702-e6e2-4784-be81-e56610feaf20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eaad53ce-7ddc-4bb9-ae06-38ea6f295644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70409d33-3b82-43ae-948f-6f0cbf61688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e0f8eff5-4a71-4230-a8e1-b971f114032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751f8832-b689-4577-9894-853f830c99a5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0206d900-f606-4ced-b2ab-f4f4321e14f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0a67e36a-965f-4e36-9181-e065abf6949a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f86e7508-5b2f-4caf-8cbe-92b14e67508c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727a22f4-2377-4144-bf34-e34bbdaeb429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3200d0c5-2add-456d-9a03-dad6d0f48237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f89d991f-c2e0-4000-84d0-e08bc5e80379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aa3e4f95-14f5-477a-a7a2-7fed9d115834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8c3eb8aa-3716-43b6-a428-e51c9af3d084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3e10cd8e-a385-4ec9-b344-fdbab2ca43c8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159cfa2-1f46-49b4-9aa7-6d2529ffd7e8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5c26825e-5b1d-4e5d-ab7b-0f4d079bc91b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1febce7c-8db1-4c1b-b711-1a04c448aaa8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995ee5a1-9d4f-4f11-9e87-ad8dae472c4b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ed53f4e3-37ef-437b-aaa5-7b43e4a27da4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e9ebe5d4-3d91-4a89-9140-aedf4553ae5d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c2832218-0e78-4496-896f-eb232709deb7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025b95c2-1b62-4c12-be9c-0c8ba1b00447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71e18299-f039-4f4a-965a-be7750d600d9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ab0a196e-c320-42df-a733-cffd3884a22f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988aaee0-cb1a-47b8-b411-75f1ea832dfc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40c46872-101c-4947-b1a6-f989a48b4ca9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ec08a5ee-ba09-4130-b64c-2717c3477663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79975109-7978-4894-9809-cba11d5b5dad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c3ab07d8-fac3-4442-8b2c-4ec8ffd8ee8c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60ca8232-5507-4b98-9c60-84d966cf3b43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97947c70-0943-4857-96f5-afef1a4d37f4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656da144-947b-43dc-b3ba-6076d6a518db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10007e70-ee26-4448-b952-bd5bd8610daa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e6700afd-e193-47a2-8c2f-ae5f7ab0cfcb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400" dirty="0"/>
          </a:p>
        </p:txBody>
      </p:sp>
      <p:sp>
        <p:nvSpPr>
          <p:cNvPr id="48" name="28697fab-b9a6-49ec-b73f-a808beaf594b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b939e7b-8579-4616-ae14-28c12c0a23b2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e5c8a787-86b5-40c5-87f7-678750733f02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4931bef1-40da-4fe4-a847-5cbd37fc56a8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46b34aff-466b-4135-9829-66233e5e828f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3cc7e4f1-4ff1-4c30-a02d-460c5db72f49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c3aeee4f-fdad-4b20-9c78-c244597759e9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32af26c8-ea82-4044-ba2a-ed4fc8cc4440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8498f26f-6f79-43ba-87b2-c00333ffc8fc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0c9c9d16-6420-4f2d-ada7-c652b94e6357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f018207f-aa50-4f2b-b3c1-472c4c0b51c1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92bca20b-c6e5-47f9-b14f-0313a20c910f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ff9514dd-9470-4d56-a747-710d5f7355d5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d06f1a5c-aa28-4fbd-b22d-63e78abe9b3f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eeaaa4e7-5ee9-402b-87fb-6b8366506744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b60f8faa-fbe0-4fef-8b2a-665c09867285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4d653c7b-2725-4671-be3d-05d208811feb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a8079937-02c8-45ef-9b92-cec56a67e31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61e2914b-2178-48e7-a98b-8fd2bc228aa7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55dffc4a-38c3-4b14-9f72-1a881e455a0b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b60de9e5-eec3-4dbc-a4ea-799759ffb928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789a91ca-5860-4881-8f7d-ecf101356b46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b208df3f-b3ac-4343-972a-62c5203a2204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ebaeca19-c565-4e27-a1e4-41f0a9d37e4c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444d5d06-0c98-4cf8-9db1-878382420dd4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f0fd6161-7141-4318-8b81-b2c599aecf0a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98460ef-aec5-4937-a7cf-f7c906169b00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bbb03c3f-ca88-467b-8831-ddc81f10c93e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1494c63c-f8b7-4319-84a0-a9cb96c52ca2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0bfb772-f724-49e8-978b-3ea281c60893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c0d1f2ce-3a24-4679-a7d5-e769e566ee37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570056c1-ecff-406d-be29-4ab7eb7c5c4d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cc2507bf-9d2a-4457-9960-4958d9765690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095cc9e4-59df-4089-9d44-f098ba672961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4dded48f-d37d-4094-b4f2-74b6de1ea52e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93234e7a-f3eb-4fb1-8f12-f8a105ad77de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693610af-3e61-439c-94ef-49559bfcfb48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4c4ae0c2-c8b4-45b6-9335-eca2b91e2b57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67aa8508-e53b-484a-b2b3-99f113818ced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ef60dc9-baf7-4180-9368-1e0c3f1d2055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3eed1673-e93a-4888-a718-163a603267bc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f69d3dfa-f777-4de6-a2c2-c3ecd9a689a5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1923ea45-bdd5-490e-924c-b9074e7f6126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18d92024-6610-4f93-8886-d0a392434f8b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e69c56e1-8e0f-4d86-bcc1-4c731aad5d96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d408410-df24-4f1c-bc7e-f6a55ca3bab7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e97dd169-7c59-4f8f-8b5a-bb5c9f470cde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0" name="55b5379c-fa0c-407c-8fa6-968a8de46043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1" name="8d0bcc4c-d7ac-4165-820d-806b087d1e4e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230e0236-c695-46c2-bc50-7c0ade382d74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7635f056-c6f8-476a-9931-62b273bf9806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1a81ce3a-01a9-47d7-950d-7d9d89457621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15" name="82d69e1d-27fe-49b5-8161-fd14f0fac6c7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16" name="6fb6b901-149b-4c6f-9393-f06e17a6a27c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43afed65-33d6-4a94-b7db-c2164d21a3c0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799f49fa-7dbc-4b80-8988-66d4c4617068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2d2728d1-d484-4148-a580-11ce0ae2c190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0" name="8e2aa1e7-d88e-4997-b91d-1a36573625be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1" name="d0c0e81e-3c04-48fe-81bd-dcc7bc5bd056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97765183-1550-4bcb-a49e-3b77dee73f6f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a6b4dfe1-7fb7-4d80-8ad0-c8b8f7c481ea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bba1224a-2344-4831-b42a-0b54c055eccb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25" name="17a12474-8fbf-47a0-b29b-c40cc7fb948e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26" name="0b81e0e4-6290-448b-b317-d46be243af54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0c388109-b26d-4264-9286-7e0f9abaf9eb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fa162011-7c35-4a06-9d58-85465ddebc0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497ec805-bef8-4f73-980f-42d9a6b52781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f274ac69-8725-434f-816a-ddc28b41dda8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1df57698-31ff-4322-911b-195301aa60a6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92c4d54b-fa94-4bf3-8482-f2d25879a0b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4d124952-6da7-4f78-9e2a-82dcbc2100e0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fa5a2b8c-7de9-469a-875b-1ff7cbe5f82c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a73f7521-3144-47e6-afe5-ec5df4f96e03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c2ee6cfe-07ac-45af-9552-5e6cad3a2e0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e819d1db-ace7-418f-b64b-bff3d673cb81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沒有服務帳號</a:t>
            </a:r>
            <a:endParaRPr lang="en-US" sz="1300" dirty="0"/>
          </a:p>
        </p:txBody>
      </p:sp>
      <p:sp>
        <p:nvSpPr>
          <p:cNvPr id="38" name="dc3d2091-16d7-4ebc-a5f7-9f6bc2f559dc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d5e8b4ec-d3f2-44b8-8762-500ec7e5795f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faba13c9-9372-4180-b91c-965ab8786963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b82dd21e-1b70-412b-8a6d-94a9b231c526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b19beb9f-9560-4875-9306-f3be47e75746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4a5c0900-63d5-4339-8cb0-04c8940b9ca9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50298d9e-d2de-4bcd-aa23-be82e1523c59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de9bab7d-4515-45e7-9454-b26a651a0155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8af58a6-9ead-483c-b055-17b34ef07fbf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6d8c0d52-7067-43d2-951d-7bca61c7d364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5b0e8239-0522-4e41-8c06-d5ae6d35c4b8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836fb9b7-1cc8-4286-a9fe-a7b1d14e238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a4329017-4934-4b0c-910c-25525d81cc3c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9be82aa3-5879-4b6b-8052-1220fb331bbf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7ae7cc07-3072-4f17-a76b-80a463ac640d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aa09c229-141b-456d-9bf6-fa77dd379598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40593340-8f4d-4cd4-9ebd-8aeeed5f6d4e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b1d5f86b-aa1e-42d3-8a3a-e6c72dd22251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645da1a0-76be-4c9e-80f0-58726edb9e1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b1a7fb3d-6f13-4d5c-a63f-b2efdc3c2ce4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832ef56f-1da4-4d7b-b207-aed5b2cfa6c5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6e07882d-f142-4ba4-965f-f3c1f7e54e99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d3197265-2a92-438e-9a09-66ec26a6ca6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7f0b0445-16fb-4a4b-903e-b07809ad83d3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27f574b3-1728-4421-a504-1db34694af19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76414348-1b07-496b-b7fc-185b87d80106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932aaba5-a7b7-4f44-96ca-d82f9c945ca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06275201-7c53-4b5d-a65a-0928f88af0d5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8c8783cf-5a73-4b55-bfba-dc76fea60f62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7019f4fa-f2a4-439f-8f22-c025e451a059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7e6abf19-4b3b-497a-84e1-1a53264e3de5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529f3c51-36ee-4800-ad01-da7aab60d997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ef143b76-55db-4735-9b11-14a32b3b1b82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cd378f1f-6da8-470d-b0d0-6018da5ee5b5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3532d8cb-e1c1-488f-9871-4c653018c521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2b598de6-a313-41f5-94b6-dbfcd7a9191a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8f661386-14fc-4cfc-b849-912af259124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cdc5d6b6-6d11-44f1-a4f7-640961127450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6dd0b578-6a6e-4087-8cb4-0447edaaa511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2ef8ff22-2044-45e7-8485-b1b19c95a5be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bbc5eff8-5058-489c-90a9-c0b41c10ce3a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fbb580a8-08d6-4b94-a997-ecbe5a5c85e3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f49c6315-06ef-4667-81ef-7fae22619ecf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839d2328-3fb9-4ad4-b9a1-78f08eda218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3cef3f45-e82f-47ef-ad89-2173cea6bc4f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88e7e6f7-9a0e-4467-b10d-5c2e718b0b43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f9d96ced-4128-4dbe-bebd-9b91a9b28903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4df2b7a8-d0ac-4f20-a419-e5e513f8794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f82ecbcc-9125-445b-9294-e08bcfda32ff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e3d37e0c-ae90-4a3c-a301-31a85176b494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a879caa4-383d-4e09-ac39-f75b9db426ab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c1b59576-dbeb-4472-be31-522953155bf5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75c645a9-a368-449a-a431-3fe36d934b22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e5c2e947-c993-44cc-9aaf-27211163e14a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9ad83974-0be4-453b-9561-dca2f846ece9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89039ebb-fc7c-474f-bfbe-6afce9e71f7c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46811fe7-950f-44ef-ada8-ecea966b5540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b71d3877-1cfb-4f3f-9527-38a7e2a1eb90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bda7a722-30fc-407d-9817-4af0e3449880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a54e2373-7e1f-4b8f-a7e6-d0ff4b78778d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0d72036-1e90-4e9e-b649-a3ec02110ffb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5f86608-d640-480c-9b2e-79dfc625deba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f259705-2f00-41ea-a57a-fac9d8792fed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3673a87b-d5a1-4933-9bde-84cee6594f95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7834fbbb-bcc9-4c53-b88a-6f1b8f67ae58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348d8d94-fdb6-4ece-942c-5130b00225e3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2934d8fa-12d8-4257-8746-01a391dddc20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6095426f-246b-4db3-af1e-6114419ab5f4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8086d629-598b-4747-9ea4-1cd8114d9058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56605a79-b958-46a6-ae58-846339201083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e7cb1968-c0e8-49b8-814e-e8c589f51b2e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bf5b62e1-8e17-4bbc-8588-7b95dc98cf47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60a07820-6c23-4ce9-bf33-4846b54f3739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be181bb7-9e84-440c-b0e2-cfc4df4f4ae9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e32338ad-a230-4eee-a26e-8c7e21fd37bc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add6a447-9772-494c-b0de-f9f71dea3aad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733378a4-bb7e-418a-b65a-2082f02b5a53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1e724cb2-a44c-4565-8fa5-9b5c51dee3f2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a3f98cf9-665b-4617-81cd-c0e0ca73b0fd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377f7ebd-7a33-4c81-98f3-c479315b4390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08859396-dc02-4b76-9612-b6bfbe97b5c5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7bc64146-89d5-4882-8eba-fe14c1a8cb06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a5c8f2b6-e790-4f6d-8890-da900d6403f3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f7cbb731-18ed-41fd-a048-64fe145de692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7c390849-6894-4e24-8376-1ccf4176b338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7b4aeb07-ff07-4d99-bd57-9fe9d706aa8e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9b1b821b-ef54-485d-8ead-7d7117d9738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33c4cff5-4bb1-4f65-857d-5cab55030adb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f6d2ae57-d763-4f25-ba9e-9b702ffc39a4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844bfaa8-0e1e-4200-a812-29e856d48957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33cebae5-641d-481f-904a-37b929dfc31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36760178-48e1-4d3e-9b5b-adccae7b54da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af656e59-2de4-4b79-8990-492adb36f7ba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b6f41bc0-682b-47f9-bd4d-f4ccd5c83221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1fcb93e7-41b4-4feb-8d3f-bd8f8683d2ae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3f74ff5-1c1a-4dbd-8433-bd8f71320f93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d064d8f-d65a-426f-b7ff-64af475d2265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e2264cc-924c-48d0-b2ec-afcea60dc1b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2cf680cd-aba7-45c8-8636-23c78d922a1a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e787192c-6035-4497-8319-fc75bf0b56e5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f8da2552-82d6-40e2-9192-bf81ac9095b5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177210ce-8d8f-4fa8-967d-3eb1d2e20490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18f0298-7558-456c-9204-8a2013fde41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236d7c80-6d51-41a3-8475-ca1b0eae3944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fe5b1118-beb9-44e2-a29c-5b5881818fe3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1bb62248-fd43-453c-b0a5-d10155aee812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2505ffdf-4ffb-440f-b47c-08a611babf7b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6c0fda0-fd52-49dd-82b9-ccf8a1d4ebb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de0f80f1-fb2e-410c-8986-dd8d8491304a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c452db02-6a7f-4b8f-8e6e-9af28ee9797f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41335617-480c-45cb-800d-c574691d8f9c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0572de2c-e86f-4ec7-bd90-cc961fca0ef9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a620e6e5-8e45-46c3-ba3a-45470f740baa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8b4d96bb-e699-4c90-a8fe-fbe40b74a5d8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f65456fb-a5df-414e-b4b9-1cfaa371ed2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718af8b4-9e27-43d4-8953-9b9b1cb34f2b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612674ae-6339-4ffb-9ecd-fbafccf4b0f1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ff71b2a4-9622-45a1-bf4f-c11ff00f6470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b3f8a575-e865-4125-af84-e2e5d0c5477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d50465bb-8290-45db-bd53-f2a29259712d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7" name="13832cf7-1586-412b-bf63-dbb9484b75da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d585e1cf-782a-4ff2-8621-a7787abb45e2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9ed8da5-add3-46f1-8146-2e1af22de383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e5ac782e-6599-4346-bcc3-eae8d4b590a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212c8ff3-fe5c-42d4-95b1-60d2b0bd8e7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4a197fa9-bfbd-46dd-ba00-5a62337f149c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e54ddf16-9593-47cd-9dd1-738294f452b7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7f5b41d5-149d-4233-abaa-f5d6f2f37e6d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fd710525-f907-4e70-a3b1-bac21cad8851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b42dfffa-ee72-46e4-9649-edad5360249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dcf0e7ac-dbd7-4503-b6d4-874141e69366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22db02fd-3d72-4464-b252-55946d05efff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bc4d33c3-0717-444e-9c88-ec778daa4b8c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0b47500-a8d5-4dd1-b68d-a301a4b43b22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9a87f98a-80eb-4abd-a747-d3afb27db04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45ad933b-e89a-4d7d-80d3-b43f0c0d3bda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d0bc2728-10ea-4cef-a637-852e9b301b18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3608b3db-4808-4191-a6aa-b72b20b91981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8c1cac28-a60f-4fff-bd54-aad2e93c8e7e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76946a18-dd8b-4220-855b-6c19f5d20a0c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cfdd99e6-59c6-45f7-a6c1-7fe4bba7a021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9a8a6aca-2fc5-470b-954c-26260cd996ac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34640b52-8a1a-41f3-8d7e-9ebeb9e82b39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daf8908f-e0b3-48eb-94b9-6f0a73faadcc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0524ae3-aa36-4af2-b0af-868ecd41d0f7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01105dc-4bd9-4ede-949a-fe7b7e4580b2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d761b60-6a2e-4d88-ac83-f57a32b5878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0c2847e5-5f60-4e55-87d6-f0e6ea900154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d338db3f-fe81-40d9-a91a-0c6cd7512ab5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26d54ece-5bfd-484e-a032-f9e9a29c9b96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03a75c5-5164-4d67-971d-a0fec51de6f3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caa6737c-c63f-4e0a-bad9-80ff019f089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d3e9feac-df45-4221-b5f0-2b99270a3505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e451257a-6d5f-4611-9e08-b1ca3aecb727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3510d7a2-3386-4c25-bf30-cc6aaf6e9a9c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f88ef919-4214-42bc-b008-baa8ce052576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989166c1-bb47-4d58-bc91-27052a264304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515db7df-29e3-4eab-a1a0-32a578a0882f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e7f906d9-995f-4b99-99ac-97975fae40ba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2f2f02a9-4f4e-49be-b7ab-932c0049d604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7c432e79-31a9-4ac7-a4fc-ae2da366e43b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e6fa60bd-d1b9-40f1-baea-cead32dcfe03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08e3d871-3739-4f5a-8ddc-cacba6afe074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ed05fcea-9061-41a3-8486-a12844046f79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938be799-c2e7-421f-805d-99524f900093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abcb59a3-af63-4037-b52b-445fb6a4322c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3a7eed79-7768-4509-b7b5-592c22d43d49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dce78067-8635-4e9e-a963-16d2ae1a09ab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a51459d0-8d3f-4499-910d-ac0193100197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bddb347b-5584-4d91-81fb-5fa89b270d2f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9d19e137-d267-4ebb-9056-589fcce6d59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64eea649-aa15-4772-972a-484ec8a81b2d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68a4dc0e-a0c4-4a21-87ed-c0394caefd8c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122d35b6-c40b-4578-9071-1460d49fd99a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d87b5a3e-1ad7-4cb6-bf8c-ee22dcf7ad75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dab786f3-c2cd-4852-aa38-819678fc7ce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b3335bfa-650f-487c-8004-a2355c4490c2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e55ec012-2a34-4acb-b800-31798fbe5858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fdc0ab82-c913-4a64-8856-580e0786bf11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379c3e2e-4658-4281-8a0b-e362b9718340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8d66f7e9-986e-4313-8853-b2bfd379afed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998aba30-acb4-49f8-b339-9e7cc0970b47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35083f0-2b2f-4979-a5a7-a516e35c108a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f57b172-284c-4e7c-80b1-dd32936931ed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a3dfbf6-86f9-4ffb-84b2-bbe0835d503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777dee40-08cf-4cdf-95f6-c8c2a8c2db87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c5d2f7eb-fceb-4ad4-bab7-ea08c1f2aab0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1676b345-867a-41a6-be12-853019eb61c3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dd74560c-8115-46b3-9dbe-d98da6623132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66d2b442-26b4-4def-970e-82467b538d12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cb6c498b-4bb7-4f85-a940-b64c9ba248dd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19776823-b6a1-4c3f-a515-30df8a2e3b44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a7da2e9b-1510-454b-ad71-1e8d68ee7f22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68afa1e8-0241-430f-8655-2e4425ea576c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13bb00a9-44f3-44bb-a138-3ddc0ed65094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67a6be59-fc8f-4acb-814d-ced4d2eb1ce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f2e1461e-f055-4c63-9cb7-10a918886bf3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558f5336-80c8-45a1-a9fc-2cade59aa94f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3f41fbc2-bb45-4652-a532-6ec7443484ca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f546d13a-3c1d-45a0-b80f-79dff54784d7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驗證並取群組</a:t>
            </a:r>
            <a:endParaRPr lang="en-US" sz="1100" dirty="0"/>
          </a:p>
        </p:txBody>
      </p:sp>
      <p:sp>
        <p:nvSpPr>
          <p:cNvPr id="20" name="0667e622-7ab2-4d6d-8de4-9e44c1e9b1d2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41a6ad49-f180-47f8-ad8e-633b514a5aab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2" name="07b23a3c-8b91-42bb-8a4e-3f7ea55052ff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7257cc79-d757-42ce-9255-c93fdf6604c6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24" name="23219434-8cb9-4a7a-8b46-1333dfd8d618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e5846b46-2bea-43d4-9a3b-759cf10b3f81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dee8ccc7-ad89-46d4-88b3-ea34ce6c555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9eac0e5e-9bed-4c1a-bac8-76ce5e499df7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27b8afd3-53a8-4ad6-bf2b-3f80016c8056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9bc94646-61d3-4ffd-b117-2d37bbbb76bd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4aac2587-c1f2-4c34-867a-da9c9a1110cb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ac90e470-9fb6-4ca9-9a11-2a36f6f446dc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10eca7fd-6b40-4c36-a41b-d8a287b7d62c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64f4907a-08d2-4507-b300-d7e0cc095c58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dd9e9da4-e8db-42e1-9cbc-f7612d22f75f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01b8827e-1aa7-4074-9928-c16500d0e6d9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cabc9ad-94d6-4619-8a69-7ba77a4d50aa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71f2601-bbc4-4921-abd4-d70b98bf84aa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670cbf07-96ab-4d3c-b35a-0f8cd33717a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1d0aecfa-ffca-475c-aca3-20d35e2c13a4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71596ad4-4a53-4013-bcb1-f2b14eecbb55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feddb4ed-dfb5-4d80-a375-fa32d7a67403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5622c138-593b-4c2e-865f-c71f51652033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a32f5d68-2bbd-44be-97c4-43091b3872c8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6e20194b-55be-4e9b-8c94-87230cfe1e86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1" name="4d7f765f-9f6c-4551-bbee-66da5fd4d521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18b2000f-a798-4d7e-bafb-1b8f6749a417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13" name="c1faabfc-cb58-4097-98d6-0ccd5847dcd1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98663cf2-9a9e-4070-a904-b4b270c84bc4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fa32df89-aaee-4a22-ba03-5630a176611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dac4d1c4-2bc1-46e5-9108-f835d38f81eb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891d859a-29d0-491d-835d-42deedb5010b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ba5d261a-4b8c-4e1b-b15a-943a1f5e3139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19b1b62e-459f-428e-9032-e8df7849c0b2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7e5e380b-d44c-44bf-8b55-3562be776bfe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582747e9-1914-4867-a1a1-66c435e81534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1f8ad857-00f0-43d2-ba38-c05de7a0cab3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172ccfb1-a17b-49e1-9884-dd765ec95f0a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c339e79a-8009-497d-a4a8-861da6b87869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8eb1c4a6-df4f-4d2e-9312-37f927c8f087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680b4e2f-4772-46df-ae95-651dd622b74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37281952-ff04-4848-aafe-fcefd9129deb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62f4b35e-d570-4f8f-8289-9e285142f59d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376667fe-2749-4cfa-a283-f699294bd04c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8dc0a050-abaa-4998-956e-eae01831cfe0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10f33af5-21c5-44dd-815e-52dd5cabdbfd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97692593-a31b-4a73-be5e-0871c6e488d4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或專屬 role</a:t>
            </a:r>
            <a:endParaRPr lang="en-US" sz="1100" dirty="0"/>
          </a:p>
        </p:txBody>
      </p:sp>
      <p:sp>
        <p:nvSpPr>
          <p:cNvPr id="33" name="26590d3f-aeee-4f70-94ae-2c0d5b09d574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653f1194-1f62-4ed3-a188-c4b19c26c77a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190ace88-70ba-4252-9b33-851cb848ec93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58841fb6-6ade-48ec-bdf0-c78fad311db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可省:若客戶能建一般 AD user,改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SCRAM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bootstrap 憑證同名的 super user;break-glass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dcf2864-bcb5-4460-9b7a-4ff9d188a46f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bfe069c-3ea9-4557-a4ed-94e97a08aefc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1fc009d-66a0-4124-b606-1034dd26478a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69ca7aab-a5f1-4fbe-9e4b-7b64c31f57f7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eb7d2120-74f3-4695-b0a2-c0256b83008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3782c6aa-7c1f-4b42-bda1-cd7176fa3d40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a059640f-c7b3-406a-8a3d-42afdf0b3954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</a:t>
            </a:r>
            <a:endParaRPr lang="en-US" sz="1050" dirty="0"/>
          </a:p>
        </p:txBody>
      </p:sp>
      <p:sp>
        <p:nvSpPr>
          <p:cNvPr id="8" name="548fda6f-e404-4406-b6e8-2df11c558e88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3c348ce6-b92e-43a0-a45b-1619bea21657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9831d75a-6b67-43a6-9ab0-676018a415ac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e729cc29-fad1-4e6e-9b43-b2cd35559ef8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d44f418b-0334-4c3b-8112-ddc716e5ce4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328f7f9e-4863-4b88-bdeb-c141e1aa8080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14608f81-39d0-4cb7-affb-3c92f7e8bd0d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816d0f8a-e391-4605-a6c8-93ba6e6104ab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da03fcdc-fba2-4875-8a08-6e69525dcfc7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fbc7018f-3e95-4f9d-b596-99b531591ece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67581b2c-d2f5-4ef9-abcf-2f7487203dff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8f4c5541-92c5-4935-905a-a43ce4f7eea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7105e89a-396d-4e11-9d58-45bc603c4631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f72d3dcb-8d81-40bd-b295-1d5f0e3ab2f4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 listener</a:t>
            </a:r>
            <a:endParaRPr lang="en-US" sz="1050" dirty="0"/>
          </a:p>
        </p:txBody>
      </p:sp>
      <p:sp>
        <p:nvSpPr>
          <p:cNvPr id="22" name="aab0b806-ae84-4579-b85d-bf6d311ad266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40c572c1-aacd-4a4d-8e5b-aaed05a4475d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20f541ec-37d7-43e7-aa84-fd1c0938078a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587cc9cf-90fc-46d0-a7d5-45b7ee7869fa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9acc116a-3e0c-4df7-a41f-fd03507a667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1e09582d-267e-4f9c-8180-8450b0a11ad8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dab7f805-0c5d-4f29-8e5b-780fc69027ce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e767ca66-1dc8-4c0b-9a80-461d40b1fac8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a64802b5-af81-419b-a423-c214a3abeb72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88349c6d-d903-47c5-b632-016d93af7fc7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bdfdc87c-edbc-43f2-a809-6e7814a3c566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6b12fba3-3de9-4b99-b748-ae65d2d4d9c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2ccc35be-14cd-4af3-a426-961e3aa90393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 · 監控</a:t>
            </a:r>
            <a:endParaRPr lang="en-US" sz="1250" dirty="0"/>
          </a:p>
        </p:txBody>
      </p:sp>
      <p:sp>
        <p:nvSpPr>
          <p:cNvPr id="35" name="8b64dd75-e8a5-4b51-890d-507e9253dd0f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+ Alertmanager</a:t>
            </a:r>
            <a:endParaRPr lang="en-US" sz="1050" dirty="0"/>
          </a:p>
        </p:txBody>
      </p:sp>
      <p:sp>
        <p:nvSpPr>
          <p:cNvPr id="36" name="55de2eeb-427a-4fe0-b3d7-4b28ddf0ab43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f20b50c1-0d92-4704-b5de-3428f72a2776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5726c564-fe6a-478c-a23c-42d9de39ebff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ef7a03d3-d81a-41a7-9258-b05f7f76babb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5894d163-d3d5-49b6-ac21-c878a7084c0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7ae7c939-aa83-412d-9c97-d996ef3f0098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020202f0-a8dc-4b13-8050-c08ecb846cac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8213128c-41e8-46b7-af3a-63e723d44809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4" name="58e96478-57e0-4455-a673-2d2f242868ea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00578531-8829-4578-9184-1f2ca0631d38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ca608d3-dd06-4e60-b254-2f2e7ac42770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e0866f46-184b-4c78-b47f-b1c81cd30117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4f90fac3-d5ca-4066-9011-d1df07d015d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011720e4-0aa7-432a-ae7e-23018148ff20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1de61744-f223-4165-b0af-12fe2dc6769a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09b508ed-be99-43dc-adb7-4b31b6a5e111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a0908daf-1e4a-4d2e-8fc7-d2887af49df9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872aea42-ab5f-4a41-8f9b-96079f20d026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0a654c2a-8da6-4cf5-9480-be37d2dd68e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976cfcdf-19c8-4fbb-8873-a5dd9318bb14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daf4abc1-5164-49ab-a28d-935fad1c2d35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4a720d58-a3e4-44de-945c-800d2d4353b7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7b1f9a67-977c-4f0e-9d5e-f4c48b8c0dfc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fbc7708f-91f9-415c-8bf5-0943c2302fb7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4511b273-b048-4906-9776-0a23115fd8d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9d40a58a-7bbc-44b3-b890-723f6941ccc0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私鑰</a:t>
            </a:r>
            <a:endParaRPr lang="en-US" sz="1350" dirty="0"/>
          </a:p>
        </p:txBody>
      </p:sp>
      <p:sp>
        <p:nvSpPr>
          <p:cNvPr id="18" name="2550c152-01d0-4021-b314-9234a4954c60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19" name="d339558a-0793-4095-a8df-68cec912be6d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0" name="485a75ca-b94b-47d4-a10a-0182fbe056a3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52793a44-3fa6-438f-a707-a1658c57f921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5edb89dc-3bb9-42a8-8bea-6c71aade63a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ca439579-f43d-4d67-93a1-d9f39ee8c6be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cf049c72-59dd-4994-aca0-25486bc465b3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e0d86a60-be3d-485c-94e3-83231c4ec3c1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5a9b54c3-3e18-4659-8a73-1461a00e0063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d37e8fb3-2706-4d70-8c84-0f9f168ac005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7c4558b8-6665-496f-9550-7e7a217c36c3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f8d65073-14a8-4642-8992-cf56dcf55585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f1506c79-a885-4580-8d9a-f36b21c314bd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1aa0532a-468c-4f8b-bb90-df1cc53b3ccc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68b556fd-14f9-4aa3-b6e3-6d69229f3f44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28ca1ea3-3ed1-4692-b6a1-49911a03ce4a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570da704-1505-466d-8377-ea203e726df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4d2fb350-fbee-43c1-a7de-4c64d166cca1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caf6eace-e05e-4876-b4ab-cd6ac49573e3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0e61d01d-cb25-4b50-95fa-a8dd82260ac7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最需要補驗證的項目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2aadd3e-7a90-44b0-8bcb-e7b744a449ca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8d4a06b1-d9d0-4be7-b91e-8b247f290ad4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c45b431d-4e99-4623-836d-5fa3cb66c31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9b9ba0da-e6f5-44c3-b073-e3e0657f5b0b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ef2692e1-effa-4e94-b850-947fae073500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ddf03242-fdd1-47f1-888b-bbda1141adbc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641428b0-2eb6-4ac8-8a93-3859843e9782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d1d9cc23-8cd9-4bcc-a23d-6d2fbd28c3a2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eff4a549-9107-456c-a68e-1d7816d8f91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c45533e9-9f36-4f11-aaa8-6e3213b72674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d50555f9-759c-422d-b7cf-f3274c5325ea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9262adee-e8fc-424c-99b9-8dafa12b1ecd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ef6e7b47-7e2b-4e88-9c18-84575f05c8f8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c7e0f910-d3ea-4d70-93a1-c9f2227c4f09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635fc41a-856f-4fcf-8084-979bf3415d5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9b607cc1-37e9-42de-902c-f30905a7a042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8a26807b-875d-42b1-8663-b39799362c8e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31374f2b-10e3-48b2-8137-e0f7469da675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def885bf-5e62-4ad3-97e5-3338f7c54d54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這三項是這份方案目前最需要補驗證的地方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28a10b4-baad-4d48-bdf8-25ab2097e2a6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e0f0adf0-6ec9-431a-a2d6-ac85d11e7dfd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fc76fab-e7ff-4ae2-a3b4-167b34279f6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52cfecf5-6e03-470c-bdbf-a52310b140ec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a2381dc7-04ad-4c35-89ee-8a9f57796172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1405adb5-b36b-449a-9876-249a8cbb167e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62e0874c-db32-40af-923b-b7a8649f9088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1a20fd72-0954-477d-a464-7c7a1583922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12ff73e8-8c41-4ee7-9124-b9ac026796e8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b558b8f5-2b7c-47d4-8960-47af0daab474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2" name="88fb2b0d-19af-4d90-a136-0f6fd49b295f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c1694db-5113-4556-b45d-2b3da56da39c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a7918f6-3422-49ec-84d3-56c818f04a1d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ab198e79-25f9-49e3-a954-6fd35b53f64c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4eb02fbb-aa89-474f-bf38-0d03ab79a02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fe692e31-1164-49cc-b8dc-4bfc9f8daeec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4f82820a-9d37-4e04-be0c-d14ec9bb89a0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49c73c06-6496-4538-9a3a-646dce773380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a531a0c1-274c-4645-bd20-788758f0f4c4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847cdeab-6aef-4b44-83c0-eae56b93cd8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a67e6c56-ec17-4f9a-a11d-5a96933e8369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2" name="16344804-3b05-4e9f-8335-3fee74fd0830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db6b2bee-4315-4e8a-a6eb-f9458edfa384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3fdc2d88-bec1-43dc-a4d4-988cd2b2488b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20126537-047e-4319-ac33-a00bebc72ae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881f94c2-d4c9-4140-b901-9b6ec4085287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7" name="4e21c5da-8e1f-431c-9a53-92e5673e2859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a3ea005e-e385-48f5-8f00-7a9d8b02fa32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9c1ce96d-16f1-4bcf-a985-4c628da384f4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88d00cf1-714a-4be1-8aab-3dda19eaa9c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fd60bb9c-3755-4ce3-936b-74c1c6410ef7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1da59867-ba76-4018-84b2-ba948f0860a1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d63009aa-d9fb-4838-8857-327f1e3164b6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95ebcb76-ab71-4dd0-ae6e-2c5bbc956e7a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766dff74-66d8-4509-9ccb-6be8392138d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9e4a7e21-a4db-4bef-add6-c155fbb365e6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8a52c63d-394a-4f3c-8fc9-1f142e187fb2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d45f895e-9f13-4018-89cc-cf5f7fe1335a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4b63c591-658c-4090-8782-c2547c354eae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0988b250-a4bc-40e5-9117-ed75cb3aff0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9d9748f4-21f4-4cf5-b939-c6712ce10285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7f0f36e8-aedc-4062-ab43-208b1ff9a574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6bbd7692-0534-403b-8a22-5a492537b8ef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7ce93c41-2f36-4c52-9599-4f393ecc8c02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b409c4ba-cb2e-480b-82cc-49a300cd86f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49388d99-5a68-4f6b-a875-a54883410924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82ff8826-bb1b-481a-877d-11d4f1cfdaf1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18db4557-6a35-4196-a1ed-1c850f5e6173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d1c77adc-ead9-47ed-99c5-1c75ebb3c4c0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4bb775f8-1d59-49c6-9079-16e76f6d00f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2a63986a-0bdc-4232-9a6b-77b7357dd8d3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970f0b47-b8f2-415b-8e45-268b7c9bdb58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e2be65f-7ed1-4e67-b393-83ef545a991c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3162560-02df-43dd-81f2-9a63922bdd16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d34e285-d212-4228-89af-4d0b6e68a29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793e3665-e81b-410a-a1dc-8bdab52d8c1b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4d37ca6c-b970-476e-8177-9660b979d5c4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6d021c66-1656-401c-9969-fbf15630bf6f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032ab651-9ec5-45ca-b432-d4d3a26a15e0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15ee678-89b3-473b-ac64-c2b07989d4c2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bd1cda22-700e-4f7d-a352-8dc4aef21e0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e765d734-6794-4f72-9a85-dd9dd7ca6fc2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deaa9fe2-907f-488f-8632-444de1f19174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f37cf13f-eda3-4d56-bff4-beb1c6eafad8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e979a4e9-4fd8-4133-a808-a7c64a705871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e4fdb800-a3ed-4945-8ae4-656d0da0506c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7abdda0b-943d-4958-ba33-9043e7b1035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effc6894-8ee0-4b48-8141-33a8d3063271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b2526a5c-7ae1-4258-a824-a18847f4ac98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5d9448ff-6e29-4917-8283-7032d7cf0f52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