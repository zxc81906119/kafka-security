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應用系統、管理介面(C3)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f02c609b-bd57-4553-9434-11bfb2d01b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383280"/>
                <a:gridCol w="249631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內;REST Proxy:憑證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(C3)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內部互連:內部帳號或專用憑證;C3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依選用的方案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3a74237d-c63c-42e6-a2c0-bb777b63c4a4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f7f8dad1-7293-4e10-a824-5e7e48d40d9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內;新系統上線申請帳號並綁定可存取資源(topic)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不另建帳號;新系統上線時簽發憑證,綁定可存取資源(topic)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密碼管理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Kafka 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管理介面(C3)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+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4e2ecfb6-58d4-4410-8e6a-a942b499a2a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0110c0ce-f02d-4bdb-9c96-6d512bae94bb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f6479900-a028-4c80-9f79-42a2ab953ae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05079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叢集設定、應用系統帳號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 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menu):分層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操作員只能從選單執行審核過的作業;能不能做由 Kafka 的 RBAC 或主機的 sudo 規則決定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43c4c52e-88e4-45fa-9594-a9b885ac70d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448056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健康檢查(含身分鏈)、topic 狀態、consumer 落後量、磁碟、憑證到期日、leader 分布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broker、滾動重啟、維護模式、查看服務日誌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規則,只開放指定指令;一次只重啟一台,滾動重啟每台等叢集恢復才換下一台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kafka-topic-admin(topic);kafka-cluster-admin + kafka-rbac-admin(應用系統帳號:建帳號、綁權限)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topic、新增或下架應用系統帳號、更換密碼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RBAC;執行前顯示影響並要求確認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kafka-rbac-admin(指派權限);kafka-security(匯出 audit);緊急模式依 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 audit、查詢 audit、匯出權限清單、緊急模式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RBAC;緊急模式用 bootstrap 憑證,經 sudo 切換專用帳號才讀得到;逐條記錄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5a211733-2ed8-4dbc-9726-a1cb831ce322"/>
          <p:cNvSpPr/>
          <p:nvPr/>
        </p:nvSpPr>
        <p:spPr>
          <a:xfrm>
            <a:off x="548640" y="4951764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依操作員本人的 AD 帳號判斷;主機的動作由 sudo 規則判斷;兩邊的群組都在 AD,選單本身不判斷權限</a:t>
            </a:r>
            <a:endParaRPr lang="en-US" sz="1200" dirty="0"/>
          </a:p>
        </p:txBody>
      </p:sp>
      <p:sp>
        <p:nvSpPr>
          <p:cNvPr id="4" name="62ea48cf-e1f8-4eec-b969-a176e6587016"/>
          <p:cNvSpPr/>
          <p:nvPr/>
        </p:nvSpPr>
        <p:spPr>
          <a:xfrm>
            <a:off x="548640" y="546086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每次執行留紀錄:時間、操作者、項目、結果;變更類執行前顯示影響並要求確認;可限制變更時段,同一時間只允許一人執行變更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menu):做法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一支 shell 選單放在跳板機;環境相依的部分獨立成一個檔案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0a9c447e-590e-4054-a8dd-9fcbb4158df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507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部分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負責什麼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調整時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核心流程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 AD 帳號登入跳板機,選單就是登入殼層;登入身分 → 選單 → 確認 → 執行 → 記錄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選單項目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每個項目一段:編號、層級、是否需確認、做什麼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新增項目加一段即可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環境後端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怎麼執行 Kafka 工具、重啟服務(systemd)、看日誌、看磁碟、列憑證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節點或服務名稱變動時只改這個檔案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e2987a60-7c4c-47a2-b26c-56cb01e3e6c9"/>
          <p:cNvSpPr/>
          <p:nvPr/>
        </p:nvSpPr>
        <p:spPr>
          <a:xfrm>
            <a:off x="548640" y="3763868"/>
            <a:ext cx="11091672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編號範例:十位數是層級,個位數是項目</a:t>
            </a:r>
            <a:endParaRPr lang="en-US" sz="1300" dirty="0"/>
          </a:p>
        </p:txBody>
      </p:sp>
      <p:graphicFrame>
        <p:nvGraphicFramePr>
          <p:cNvPr id="11" name="8c1be353-d806-45c2-a870-7bf36c0b973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543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項目編號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 leader 分布  11 健康檢查(含身分鏈)  12 topic 狀態  13 consumer 落後量  14 topic 設定  15 應用系統連線  16 磁碟用量  17 憑證到期日  18 收集診斷資訊  19 生效設定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 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21 重啟單一 broker  22 重啟 REST Proxy 或 C3  23 查看服務日誌  24 清理過期日誌  25 開始維護模式  26 結束維護模式  27 滾動重啟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 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31 建立 topic  32 修改 topic 設定  33 刪除 topic  34 新增應用系統帳號  35 更換應用系統密碼  36 重設 consumer 讀取位置  37 下架應用系統帳號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 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41 查看權限  42 指派或移除權限  43 匯出 audit 紀錄  44 匯出權限清單  45 查詢 audit 紀錄  91 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元件之間的連線;全部走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4ce50354-3d8c-4fcb-98d6-e53319ddff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兩個方案,見下一頁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954e9949-2780-4db5-ad8f-2368098df651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叢集內部連線:兩個方案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controller 與 broker 之間的認證方式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9c75739c-f790-474d-baa5-177a053bdde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A:內部帳號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B:共用一張專用憑證(mTLS)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憑證的名稱是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要管的東西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兩份密碼:Kafka 內一份、設定檔一份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一張憑證,只放在 broker 與 controller;要含這些主機的名稱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定期要做的事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更換密碼,兩邊都要改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初始化叢集時要先建帳號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多一張憑證;不需要任何內部帳號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a15122b0-8c95-4fc6-ad3d-214715d81a54"/>
          <p:cNvSpPr/>
          <p:nvPr/>
        </p:nvSpPr>
        <p:spPr>
          <a:xfrm>
            <a:off x="548640" y="523176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 B 不能用共用的 server 憑證:管理介面(C3)也持有它,實測會讓未登入的人取得最高權限</a:t>
            </a:r>
            <a:endParaRPr lang="en-US" sz="1250" dirty="0"/>
          </a:p>
        </p:txBody>
      </p:sp>
      <p:sp>
        <p:nvSpPr>
          <p:cNvPr id="4" name="25aa6fa4-e9af-495c-9b9c-c491baa71cef"/>
          <p:cNvSpPr/>
          <p:nvPr/>
        </p:nvSpPr>
        <p:spPr>
          <a:xfrm>
            <a:off x="548640" y="574086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兩個方案的內部埠都要用防火牆限制,只開放給 broker 與 controller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dd98f8ff-389b-42da-a699-31aa8de504d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AD 查詢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群組,各環境的 AD 各建一套;高權限群組先保持空的;每個群組指定負責人,定期覆核成員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跳板機接 AD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操作員用本人帳號登入,選單沿用這個身分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操作員的作業項目清單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依客戶現有 SOP 確認哪些項目要放進選單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各節點是否接 AD;sudo 規則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節點接 AD 則 sudo 規則引用 AD 群組;否則用共用維運帳號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