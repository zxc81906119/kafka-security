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依原本的五頁大綱整理成表格:傳輸加密、認證、授權、與 Kafka 元件交互。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broker、controller、C3、REST Proxy、MDS 共用一組 server 私鑰與憑證,設定在 keystore;SAN 必須涵蓋這些元件對外的網域或 IP。client 端的 truststore 匯入簽發 server 憑證的 root CA 憑證。MDS 與 broker 會連 AD,AD 走 LDAPS 時,要另外設定信任庫,匯入簽發 AD server 憑證的 root CA;MDS 與 broker 共用一組設定。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原列的九條連線:broker→broker、controller→broker、MDS→broker、broker→controller、controller→controller、C3→broker、C3→MDS、REST Proxy→broker、REST Proxy→MDS。補充(原大綱沒列):外部 client(人的 CLI、服務、瀏覽器、經 REST Proxy 的 app)連到 broker、C3、REST Proxy 時,也需要信任同一張 root CA。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Kafka 叢集內部元件溝通:broker、controller 連 broker 用 SASL/SCRAM-SHA-512;broker、controller 連 controller 用 SASL/PLAIN,帳號密碼寫在 JAAS 設定。人連 broker 用 SASL/PLAIN 加 LDAP(AD)。服務連 broker 用 SASL/SCRAM-SHA-512。C3 與 REST Proxy 連 broker 用 SASL/OAUTHBEARER,會先用 client 憑證向 MDS 換 MDS token。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授權依靠內嵌元件 MDS 管理 RBAC 資訊。MDS 是 HTTP REST 服務,提供 token 簽發與 RBAC 相關的 API。RBAC 的 API 被呼叫後,會把 RBAC 資訊寫入 Kafka topic。MDS 也會定期把 AD 的 user 與 groups 對應的變更寫入同一個 topic。Kafka 用已認證的 user 對應 topic 中的 groups,再比對 RBAC 資訊,判斷這個 user 有沒有權限。補充(demo 實測):topic 是 _confluent-metadata-auth;同一時間只有一台 broker 的 MDS 負責向 AD 查詢並寫入;每台 broker 各自讀取整個 topic 更新本地快取。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AD 群組與 role 對應的建議做法。設計原則:①人預設唯讀,寫資料只由服務帳號做(SCRAM,綁 User:,只綁自己的 topic);②讀取群組依系統切 topic 前綴,避免跨系統讀取,前提是客戶有 topic 命名規範(尚未確認);③建 topic 與改授權分成兩個群組,平時是空的,依變更單臨時加入、做完移出(臨時加入與移出的流程在 demo 第 11 章實測過);④資安與稽核另設群組;⑤SystemAdmin 只在緊急時使用。建 topic 的角色選 ClusterAdmin:可建、刪、改 topic 與設定,不能讀寫資料;代價是範圍為整個叢集,不能限定前綴(DeveloperManage 可限定前綴,但不能改設定)。官方依據(Confluent Platform 文件):RBAC overview 頁:"As a best practice, grant each user the minimum role required to complete their tasks.";role binding 建議上限 1000(soft limit);群組綁定的使用者 ID 大小寫要與 AD 紀錄一致。Predefined roles 頁:建議把 SystemAdmin 限制在每個叢集一到兩人,用於初始設定或正式環境的緊急狀況;UserAdmin:"Users granted this role should be extremely trustworthy because they can grant roles to themselves and others.",並可用 audit log 監看;ClusterAdmin:"This role cannot read or write Kafka topic data because it does not have Read or Write operations on Topic.";DeveloperManage 可建立或刪除 topic,但不能改設定。官方沒有提供群組怎麼切的範本;本頁的切法是依上述原則與職責分離的要求所做的設計。SecurityAdmin 與 AuditAdmin 的實際權限未在 demo 實測。依系統切群組會讓 role binding 變多,要留意 1000 筆的建議上限。不同環境(例如測試與正式)建議各用一套群組。讀資料需要兩個綁定:Topic 的 DeveloperRead,以及 consumer group(資源類型 Group)的 DeveloperRead;只綁 Topic 時 consumer 無法加入 group。Topic 的名稱與 consumer group 的名稱是兩套各自獨立的名稱,前綴不一定相同,要分開綁定、分開規範;另外資源類型 Group 指 consumer group,與主體的 Group:(AD 群組)不同。demo 的做法是 Topic 與 Group 各綁一筆前綴(例如 Topic orders. 與 Group demo-)。只寫資料的服務只需要 Topic 的 DeveloperWrite。使用交易(transaction)的 producer 另需要 TransactionalId 資源的權限,這點未在 demo 實測。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bootstrap 服務帳號連 MDS:使用 mTLS 認證(須提供 client 憑證),由 MDS 做權限控管,bootstrap 應為 super user。C3、REST Proxy 連 MDS:使用 mTLS 認證,MDS 認證後簽發代表元件本身的 MDS token,元件用它與 broker 交互。人連 C3 與服務連 REST Proxy 的步驟見後兩頁。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人連 C3:瀏覽器用 Basic 登入;C3 把 Basic 資訊轉給 MDS 做 AD 驗證;MDS 回傳代表人的 MDS token 並放在回應的 cookie;C3 把 MDS token 放在回應的 cookie 給瀏覽器儲存。之後瀏覽器發請求給 C3:如果要與 MDS 交互,C3 把 MDS token 轉給 MDS 驗證;若未與 MDS 交互,則用 MDS 公鑰在本地驗證;若操作與 broker 有關,則拿 MDS token 與 broker 交互。補充(demo 實測):token 同時在回應內容與 HttpOnly 的 auth_token cookie;瀏覽器之後的請求主要用 Authorization: Bearer 標頭帶 token,兩者都有時伺服器優先看 Bearer。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服務連 REST Proxy:使用 mTLS 認證(須提供 client 憑證);REST Proxy 取出服務憑證的 CN 當作服務帳號;向 MDS 做 impersonate,取得服務的 MDS token;用 MDS token 與 broker 交互。補充:REST Proxy 呼叫 impersonate 時,是用自己的 client 憑證(CN 為 restproxy)向 MDS 認證。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6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0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傳輸加密、認證、授權、元件交互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傳輸加密:要準備的憑證與信任庫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server 端共用一組憑證;client 端只需要信任庫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eeb9ef37-b25a-4ac4-b896-9a8155b140a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017520"/>
                <a:gridCol w="25877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放什麼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誰要設定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keystore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共用的一組 server 私鑰與憑證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broker、controller、MDS、C3、REST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要涵蓋這些元件對外的網域或 IP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server 憑證的 root 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每一條連線的 client 端(見下一頁)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只放 CA 憑證,不放私鑰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LDAPS 的 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AD server 憑證的 root 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與 MDS(共用一組設定)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走 LDAPS 時才需要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傳輸加密:哪些連線要設信任庫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列是 client 端,欄是連到的 server 端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" name="b8957e9f-d964-49b5-8bc3-eb3ed47ed2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743200"/>
                <a:gridCol w="27706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端 ↓ / server 端 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c28e7bf4-e676-4ebb-934a-bc994ead8d8b"/>
          <p:cNvSpPr/>
          <p:nvPr/>
        </p:nvSpPr>
        <p:spPr>
          <a:xfrm>
            <a:off x="548640" y="5079039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九條連線的 client 端,都匯入同一張 root CA 憑證</a:t>
            </a:r>
            <a:endParaRPr lang="en-US" sz="1250" dirty="0"/>
          </a:p>
        </p:txBody>
      </p:sp>
      <p:sp>
        <p:nvSpPr>
          <p:cNvPr id="4" name="5980ce84-1ea4-448e-aeed-6d6910885034"/>
          <p:cNvSpPr/>
          <p:nvPr/>
        </p:nvSpPr>
        <p:spPr>
          <a:xfrm>
            <a:off x="548640" y="5605107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補充:人的 CLI、服務、瀏覽器等外部 client 連進來時,也要信任這張 root CA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認證:誰連誰,用什麼機制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連到 broker 與 controller 的五種連線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d0d610ce-d09e-46fa-9e22-96532ec8ff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2651760"/>
                <a:gridCol w="44165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連到哪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機制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帳密或憑據在哪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寫在 JAAS 設定的帳號與密碼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 + LDAP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SASL/OAUTHBEARER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先用 client 憑證向 MDS 換 MDS token,再帶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cfd6949b-135c-4506-818b-017ee985148b"/>
          <p:cNvSpPr/>
          <p:nvPr/>
        </p:nvSpPr>
        <p:spPr>
          <a:xfrm>
            <a:off x="548640" y="537601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前兩列是叢集內部元件互連;後三列是外部連進 broker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授權:MDS 管 RBAC,broker 判斷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RBAC 資料與群組資料都放在同一個 Kafka topic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65f8abf8-f86e-4142-969a-b0b3a2b002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789127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內嵌在 broker 的 HTTP REST 服務,提供 token 簽發與 RBAC 的 API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的 API 被呼叫後,把 RBAC 資訊寫入 Kafka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定期查 AD;使用者與群組的對應有變更時,寫入同一個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用已認證的使用者,從 topic 的資料查出所屬群組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把使用者與群組拿去比對 RBAC 資訊,判斷這個動作有沒有權限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239f0cf4-2641-4792-9c1d-b8730b686144"/>
          <p:cNvSpPr/>
          <p:nvPr/>
        </p:nvSpPr>
        <p:spPr>
          <a:xfrm>
            <a:off x="548640" y="537601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補充:各 broker 會把 topic 的資料讀進本地快取,授權時查快取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授權:AD 群組對應 RBAC role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建議做法:人預設唯讀,高權限群組平時是空的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7fad7066-2d43-410b-bd7d-fef368f58d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148840"/>
                <a:gridCol w="2971800"/>
                <a:gridCol w="1828800"/>
                <a:gridCol w="19019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群組或身分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綁定的 role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範圍(scope)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平時是否有人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Topic:&lt;topic 前綴&gt;;Group(consumer group):&lt;group 前綴&gt;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有:該系統維護人員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有:維運人員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看叢集狀態;不能讀寫資料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空:依變更單臨時加入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建、刪、改 topic 與設定;不能讀寫資料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空:依變更單臨時加入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只管授權;不碰資料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有:資安與稽核人員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檢視安全設定、管理 audit 設定(未實測)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空:緊急時一到兩人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服務帳號(SCRAM)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讀:DeveloperRead;寫:DeveloperWrite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Topic:自己的 topic;讀取時另加 Group:自己的 consumer group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不適用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寫資料只由服務帳號做;綁 User: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c528bdf4-4714-44d8-9490-dc932bd3b695"/>
          <p:cNvSpPr/>
          <p:nvPr/>
        </p:nvSpPr>
        <p:spPr>
          <a:xfrm>
            <a:off x="548640" y="5588137"/>
            <a:ext cx="11091672" cy="381824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名稱與前綴是範例;topic 與 consumer group 各有自己的名稱,命名規範要請客戶確認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 RBAC 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十個內建角色,依「綁在叢集」或「綁在資源」分兩類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4540b65-1ce4-4abd-b091-bf79b7ea4f67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3" name="5cd6dfda-b367-4056-90db-a72e2cdfef53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" name="3045b814-1bd9-49e0-a0c4-79e819c5cc15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51385c28-7849-46a8-9703-df0e23b085e3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6" name="bc5810f8-f39b-4b06-9882-7e2eb94436ee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f219bbd2-8ee8-4914-acfb-9801001060f7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8" name="f6efb089-29f3-4409-ae4c-3e01b34c3d2a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a2066a28-860c-414a-a052-d2b944d182fa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08c9fb90-6724-49e8-bc71-cfaba2676fb0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030f1fef-73fd-448c-8f9e-675c4e99cb9d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aba545b9-971f-4c07-9eca-81de06d36f08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f68f876e-0151-493c-8c45-03e60ba48858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只檢視授權設定,不能改</a:t>
            </a:r>
            <a:endParaRPr lang="en-US" sz="1100" dirty="0"/>
          </a:p>
        </p:txBody>
      </p:sp>
      <p:sp>
        <p:nvSpPr>
          <p:cNvPr id="14" name="cca3a99e-5ec0-47bd-b9f0-84ee44e93cc9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9bf20a82-96bf-4953-87a4-8f4d1aa96244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168ec3bf-770f-4312-957f-93e20e4aa0d4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494d6b3d-f315-4524-b64d-d3cea0b3c280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bd4aef82-09a0-4fcd-a2bc-880a68b59686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73a172c3-e965-4315-be0b-faf8a90378a9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090a2e3d-62b9-49da-b124-a43c1c0e8f9c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6a199e28-89fe-4326-9db7-4c0bd4d56a03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ceea01ae-24ca-4c08-851e-e22662f3c19a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0f9b4a30-a49c-4e26-882f-d46594aab7ee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f75f1f7e-6110-47f9-a125-7c6576011004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a5e8e481-dbd5-41da-90fd-5594c6101810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54638cac-9b54-4190-b88a-bff2cabd21c5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da790f71-a3c6-4178-8fb6-d67f619e9160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d174b273-cf64-4be4-8141-e5a5e4f8074c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af16d3ee-d67e-4f53-a174-fbef480bcdcf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69690aa2-28e3-4eaa-9d8e-ee60b0d30643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45304b76-53c8-46ff-ade3-683d5e1fde90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</a:t>
            </a:r>
            <a:endParaRPr lang="en-US" sz="1200" dirty="0"/>
          </a:p>
        </p:txBody>
      </p:sp>
      <p:sp>
        <p:nvSpPr>
          <p:cNvPr id="32" name="99be4d60-0da5-4684-976e-335a71fdc832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b2cf7128-20e3-4e0a-bdb4-3967a9da81cc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259186b6-2510-49d5-9759-971f2d90a90f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7205e9b4-48ef-4e09-bb1d-4fc5a8016b63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93a3ed90-0cab-4d99-b760-a98df8dfaac4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83358522-5cd6-498f-9330-eb6ac327a378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本專案的例子</a:t>
            </a:r>
            <a:endParaRPr lang="en-US" sz="1100" dirty="0"/>
          </a:p>
        </p:txBody>
      </p:sp>
      <p:sp>
        <p:nvSpPr>
          <p:cNvPr id="38" name="e32a2479-c355-49b4-ba06-29fae578217e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Operator @ 叢集</a:t>
            </a:r>
            <a:endParaRPr lang="en-US" sz="1000" dirty="0"/>
          </a:p>
        </p:txBody>
      </p:sp>
      <p:sp>
        <p:nvSpPr>
          <p:cNvPr id="39" name="9504886a-21a2-4c2c-abb4-4a014dec7854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DeveloperManage @ infra.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與 Kafka 元件交互:總覽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四種交互,認證方式與結果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8" name="46bf5dcd-c551-4d01-9480-14bdad584fe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468880"/>
                <a:gridCol w="3200400"/>
                <a:gridCol w="27706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對方做什麼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結果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服務帳號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做權限控管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應為 super user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認證後,簽發代表元件本身的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元件帶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→ 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 Basic 登入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轉給 MDS,由 MDS 向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取得代表本人的 token(見「人 → C3」頁)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 → 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向 MDS 做 impersonate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取得代表服務的 token(見「服務 → REST Proxy」頁)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 → C3:登入與之後的請求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登入取得 token;之後依請求類型處理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9" name="f7c113f9-d114-41a8-8eee-d06133e3643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011680"/>
                <a:gridCol w="825703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Basic(AD 帳號密碼)登入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Basic 資訊轉給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AD 驗證,回傳代表本人的 MDS token(放在回應的 cookie)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放在回應的 cookie,交給瀏覽器保存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之後發請求給 C3 時帶著這個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b74b1959-52a4-4b38-bad0-4dfd7c496af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32361"/>
          <a:ext cx="68580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收到請求後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token 怎麼處理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請求要與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轉給 MDS,由 MDS 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請求不與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用 MDS 的公鑰在本地驗證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操作與 broker 有關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帶這個 MDS token 與 broker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 → REST Proxy:憑證換 token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憑證的 CN 就是服務帳號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0" name="26c5737e-e66a-4e3b-a589-a90cec5436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789127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mTLS 連 REST Proxy,提供 client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取出服務憑證的 CN,當作服務帳號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MDS 做 impersonate,取得代表這個服務的 MDS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帶這個 MDS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a5f80230-560e-42e9-9fe0-255151727424"/>
          <p:cNvSpPr/>
          <p:nvPr/>
        </p:nvSpPr>
        <p:spPr>
          <a:xfrm>
            <a:off x="548640" y="5079039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補充:第 3 步 REST Proxy 是用自己的 client 憑證向 MDS 認證,再代服務申請 token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