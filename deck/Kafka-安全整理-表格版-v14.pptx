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14a546d2-a716-4965-a952-d5de45977c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時才需要;AD 只送出自己的憑證時,要匯入中繼 CA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8efa6399-a535-45bd-8fda-f8387b8f2d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0E284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外部 client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c362bad-bbb8-448c-a39b-a1c8d531204e"/>
          <p:cNvSpPr/>
          <p:nvPr/>
        </p:nvSpPr>
        <p:spPr>
          <a:xfrm>
            <a:off x="548640" y="5291163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標「需要」的每一條連線,client 端都匯入同一張 root CA 憑證</a:t>
            </a:r>
            <a:endParaRPr lang="en-US" sz="1250" dirty="0"/>
          </a:p>
        </p:txBody>
      </p:sp>
      <p:sp>
        <p:nvSpPr>
          <p:cNvPr id="4" name="35c09ae6-c550-4d5b-a3cb-ff6fbaee478b"/>
          <p:cNvSpPr/>
          <p:nvPr/>
        </p:nvSpPr>
        <p:spPr>
          <a:xfrm>
            <a:off x="548640" y="57578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外部 client:人的 CLI 與瀏覽器、服務、legacy app、bootstrap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a8def06a-ebc9-4d86-a12a-d770cc593d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297365f-b365-4f8e-b8a5-a81c4d427ed8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0a2627c7-5288-4e76-9adf-4cd9331e90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topic 的資料讀進本地快取;用已認證的使用者查出所屬群組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d6ae7c2d-aa49-4636-924e-f7f026b3b9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331720"/>
                <a:gridCol w="2880360"/>
                <a:gridCol w="1737360"/>
                <a:gridCol w="190195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Topic:全部;Group:全部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 consumer group;不能改叢集設定、不能建帳號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叢集設定、應用系統帳號;不能讀寫資料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SecurityAdmin、AuditAdmin;另加 DeveloperRead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整個叢集;DeveloperRead 綁 audit 紀錄的 topic 與 consumer group 前綴 audit-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檢視授權設定;管理 audit 設定;讀 audit 紀錄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84f012d-a450-49e4-a391-33243c1212b0"/>
          <p:cNvSpPr/>
          <p:nvPr/>
        </p:nvSpPr>
        <p:spPr>
          <a:xfrm>
            <a:off x="548640" y="5842686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授權:元件身分的綁定與群組管理規則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人以外的身分也要綁;群組本身要有人管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02c08e1-0704-436a-84d6-98a462563eba"/>
          <p:cNvSpPr/>
          <p:nvPr/>
        </p:nvSpPr>
        <p:spPr>
          <a:xfrm>
            <a:off x="548640" y="1600200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元件身分(client 憑證的 CN)</a:t>
            </a:r>
            <a:endParaRPr lang="en-US" sz="1350" dirty="0"/>
          </a:p>
        </p:txBody>
      </p:sp>
      <p:graphicFrame>
        <p:nvGraphicFramePr>
          <p:cNvPr id="7" name="75ef2f77-d942-4524-8ba1-59f48d67042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2629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78231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super.users(不是 role binding)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不受授權限制;只在初始化與緊急時使用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官方要求;所以 C3 本身不能被未登入的人借用身分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DeveloperRead、DeveloperWrite @ Topic _confluent-command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官方範例;只用於 license topic,人與 legacy app 的請求用各自的身分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不綁任何 role、不列為 super user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管理介面也持有它;綁了會讓未登入的請求取得權限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be9924af-5f44-4a0c-8f3b-aead67f2e15e"/>
          <p:cNvSpPr/>
          <p:nvPr/>
        </p:nvSpPr>
        <p:spPr>
          <a:xfrm>
            <a:off x="548640" y="4103267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群組管理規則</a:t>
            </a:r>
            <a:endParaRPr lang="en-US" sz="1350" dirty="0"/>
          </a:p>
        </p:txBody>
      </p:sp>
      <p:graphicFrame>
        <p:nvGraphicFramePr>
          <p:cNvPr id="13" name="8bbab17c-086b-4993-b019-6df924455d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25696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各環境各一套群組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各環境的 AD 各自建同名群組;授權是每個叢集各自綁,成員依環境分開管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每個群組有負責人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負責人核准加入;定期(例如每季)覆核成員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空群組的臨時加入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依變更單加入,做完移出;設定移除期限,到期未移出要有提醒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2575aa8-c8e8-48d7-b5c0-798d76202a16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a7a58cdb-6076-4148-b7bf-99a8bd6cacda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39b473ae-64a2-4f91-a0e8-4c751aeeacea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b329fd4c-7e65-4354-bd13-9909d1a49eb0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6565c4b6-57be-443b-9756-29ffb672a6ac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5800eef6-1d52-424a-85c3-7be7b3d7ca8f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ab2a5f9a-d421-41df-b2ee-c7916cfffd0d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79b47ce1-1068-4c53-8bc6-dcbd55082afc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8af7d7db-9ef0-4b03-9cca-5a722deb7af8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0af6a70c-65b9-4dd3-b0fb-6a823ce74564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c2a867e1-d69f-44d9-a8a1-e85265ee9c43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879489dd-8f5c-46fc-b278-6f51802987dc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可檢視授權設定,不能改</a:t>
            </a:r>
            <a:endParaRPr lang="en-US" sz="1100" dirty="0"/>
          </a:p>
        </p:txBody>
      </p:sp>
      <p:sp>
        <p:nvSpPr>
          <p:cNvPr id="14" name="402a26d0-f17a-4a9b-9df6-59b40abee13f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49b3e3e3-199a-4c53-8990-2d32a6f7d43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5b11fb94-4b5c-41ba-8eec-96deeaa0df0b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0e39e5a6-6872-4c0e-bc82-224269ba4537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b2061b24-ccdc-42fb-bc07-4e4c2d2a29d2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a15b5e98-79e7-4c0d-9e07-32d800725f23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932f71bb-11ac-4c6f-aaeb-24018e8ecbd2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6b997869-ac15-413e-a160-8f5300a78fed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25880b4b-8ba8-4036-9eb5-846679f87746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f36b10b6-6e22-4133-af49-96b8fd3818a2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7831f1ce-16aa-449d-ad8e-505513ef9ef6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c1ca9aae-1a70-4729-af4c-776b391cd0b5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d0ad6033-e014-478e-a0a1-a72614fb7abf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5ff36414-f92e-44b0-bff8-8da1b03b9c36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ce7f3db5-0e72-42ef-86b9-1f493d156024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34b358d9-fa3f-46a2-8086-28ec2f757eb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439d7db-d472-4376-a5ce-96aa5a06f074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c0cc9b52-cb6d-4912-9a32-88b3565c4acd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1aa64a1b-99ce-4761-968f-f923240e0d5c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a648a890-448a-4bc4-9acb-59bdf88aab01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222072f0-4b17-4aab-a0ae-ac1fb51810ec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9eb38873-5459-4cbc-9e82-d1f0a382c083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6b3981a1-5d26-4177-aad7-644b4a559295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9f87fd6-88fe-4d4f-a6e1-1e647173616f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0db907fa-ae43-44cd-9d92-bf5ceb35e2d4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b96f298a-fd32-4dba-8c4f-b10240a5ced2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686ce9d4-d6ba-42da-a159-9bd9cde887d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5cf2ccea-282e-4c2d-bf26-e362814e35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2fc2f199-4c44-4b7a-9e0a-384e5e58e9e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23b4331a-0e37-4922-aacc-7061117186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 client 憑證向 MDS 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1967c9f2-0ca4-49b2-b368-bfdd764206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帳號在初始化叢集時建立;controller 的 JAAS 設定另放同名的 PLAIN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user)的保管方式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不受授權限制;只用 client 憑證,不另建帳號;用完離線保管,指定保管人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3516bbda-7b15-46de-8827-6f6b981564d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role」頁,各環境的 AD 各建一套;高權限群組先保持空的;每個群組指定負責人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