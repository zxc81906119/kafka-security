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147479729" r:id="rId2"/>
    <p:sldId id="2147479730" r:id="rId3"/>
    <p:sldId id="2147479731" r:id="rId4"/>
    <p:sldId id="2147479732" r:id="rId5"/>
    <p:sldId id="2147479733" r:id="rId6"/>
    <p:sldId id="2147479734" r:id="rId7"/>
    <p:sldId id="2147479735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DD98"/>
    <a:srgbClr val="FBD190"/>
    <a:srgbClr val="F7C3BF"/>
    <a:srgbClr val="E58813"/>
    <a:srgbClr val="215F9A"/>
    <a:srgbClr val="A0C6EA"/>
    <a:srgbClr val="FFFFFF"/>
    <a:srgbClr val="F0BFB5"/>
    <a:srgbClr val="309B39"/>
    <a:srgbClr val="4E9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78" autoAdjust="0"/>
    <p:restoredTop sz="90831" autoAdjust="0"/>
  </p:normalViewPr>
  <p:slideViewPr>
    <p:cSldViewPr snapToGrid="0">
      <p:cViewPr varScale="1">
        <p:scale>
          <a:sx n="100" d="100"/>
          <a:sy n="100" d="100"/>
        </p:scale>
        <p:origin x="87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6" d="100"/>
          <a:sy n="76" d="100"/>
        </p:scale>
        <p:origin x="3348" y="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18" Type="http://schemas.openxmlformats.org/officeDocument/2006/relationships/customXml" Target="../customXml/item3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17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李佳瑋(Verna Lee)" userId="e1c3b0e1-f32c-4f80-a53d-28435f812829" providerId="ADAL" clId="{98DFDF9A-BA9F-460C-9972-2EFD4D4006C5}"/>
    <pc:docChg chg="undo custSel modSld">
      <pc:chgData name="李佳瑋(Verna Lee)" userId="e1c3b0e1-f32c-4f80-a53d-28435f812829" providerId="ADAL" clId="{98DFDF9A-BA9F-460C-9972-2EFD4D4006C5}" dt="2026-07-09T02:00:46.557" v="31" actId="20577"/>
      <pc:docMkLst>
        <pc:docMk/>
      </pc:docMkLst>
      <pc:sldChg chg="modSp mod">
        <pc:chgData name="李佳瑋(Verna Lee)" userId="e1c3b0e1-f32c-4f80-a53d-28435f812829" providerId="ADAL" clId="{98DFDF9A-BA9F-460C-9972-2EFD4D4006C5}" dt="2026-07-09T02:00:46.557" v="31" actId="20577"/>
        <pc:sldMkLst>
          <pc:docMk/>
          <pc:sldMk cId="2405286114" sldId="2147479732"/>
        </pc:sldMkLst>
        <pc:spChg chg="mod">
          <ac:chgData name="李佳瑋(Verna Lee)" userId="e1c3b0e1-f32c-4f80-a53d-28435f812829" providerId="ADAL" clId="{98DFDF9A-BA9F-460C-9972-2EFD4D4006C5}" dt="2026-07-09T02:00:46.557" v="31" actId="20577"/>
          <ac:spMkLst>
            <pc:docMk/>
            <pc:sldMk cId="2405286114" sldId="2147479732"/>
            <ac:spMk id="7" creationId="{B7015A52-C78C-CF8D-BCE5-84E853166118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F220F292-CE53-EB57-05AF-5B0FA193F3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A59F771-CF13-F789-00D5-E17C2F60C9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CFDE2-6473-4080-A831-20006FDCD7F5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67AFBE0-C5E6-EC79-5695-0B034507F50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B5B6BF-F741-592B-6177-C1F32AD83B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45ED1B-6EFA-4E36-AE60-E978C66F0D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10105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F6CD30-1523-45E2-9237-ECEAB48C50E8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5F5AC-016A-4A80-A5C2-27F05F9D976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6288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296315A3-9032-F201-BBE0-DCF1E284C8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" y="0"/>
            <a:ext cx="12191594" cy="6858000"/>
          </a:xfrm>
          <a:prstGeom prst="rect">
            <a:avLst/>
          </a:prstGeom>
        </p:spPr>
      </p:pic>
      <p:sp>
        <p:nvSpPr>
          <p:cNvPr id="2" name="標題 22">
            <a:extLst>
              <a:ext uri="{FF2B5EF4-FFF2-40B4-BE49-F238E27FC236}">
                <a16:creationId xmlns:a16="http://schemas.microsoft.com/office/drawing/2014/main" id="{79256E4C-BBB3-F4EF-4575-2E9C1831D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69" y="2485770"/>
            <a:ext cx="10374520" cy="1041862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5000"/>
            </a:lvl1pPr>
          </a:lstStyle>
          <a:p>
            <a:endParaRPr lang="zh-TW" altLang="en-US" dirty="0"/>
          </a:p>
        </p:txBody>
      </p:sp>
      <p:sp>
        <p:nvSpPr>
          <p:cNvPr id="3" name="文字版面配置區 5">
            <a:extLst>
              <a:ext uri="{FF2B5EF4-FFF2-40B4-BE49-F238E27FC236}">
                <a16:creationId xmlns:a16="http://schemas.microsoft.com/office/drawing/2014/main" id="{A6E1F61F-101A-0690-91DE-D0570033B0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2668" y="3527632"/>
            <a:ext cx="10374520" cy="54663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zh-TW" altLang="en-US" dirty="0"/>
              <a:t>按一下以編輯副標題</a:t>
            </a:r>
          </a:p>
        </p:txBody>
      </p:sp>
      <p:pic>
        <p:nvPicPr>
          <p:cNvPr id="5" name="圖形 4">
            <a:extLst>
              <a:ext uri="{FF2B5EF4-FFF2-40B4-BE49-F238E27FC236}">
                <a16:creationId xmlns:a16="http://schemas.microsoft.com/office/drawing/2014/main" id="{D70598D0-A8AD-D246-77FD-6577B18E89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668" y="450774"/>
            <a:ext cx="3857540" cy="495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473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大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33DF4201-5DEC-2FDC-1DF3-476EEFC04CB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3"/>
          <a:stretch>
            <a:fillRect/>
          </a:stretch>
        </p:blipFill>
        <p:spPr>
          <a:xfrm>
            <a:off x="2030" y="0"/>
            <a:ext cx="12187939" cy="6858000"/>
          </a:xfrm>
          <a:prstGeom prst="rect">
            <a:avLst/>
          </a:prstGeom>
        </p:spPr>
      </p:pic>
      <p:pic>
        <p:nvPicPr>
          <p:cNvPr id="3" name="圖形 2">
            <a:extLst>
              <a:ext uri="{FF2B5EF4-FFF2-40B4-BE49-F238E27FC236}">
                <a16:creationId xmlns:a16="http://schemas.microsoft.com/office/drawing/2014/main" id="{F5565DED-AA99-4D0D-9460-D9500233B3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9870" y="156629"/>
            <a:ext cx="1150419" cy="255199"/>
          </a:xfrm>
          <a:prstGeom prst="rect">
            <a:avLst/>
          </a:prstGeom>
        </p:spPr>
      </p:pic>
      <p:sp>
        <p:nvSpPr>
          <p:cNvPr id="4" name="頁尾版面配置區 4">
            <a:extLst>
              <a:ext uri="{FF2B5EF4-FFF2-40B4-BE49-F238E27FC236}">
                <a16:creationId xmlns:a16="http://schemas.microsoft.com/office/drawing/2014/main" id="{87540F65-87CD-6C6D-7C2F-09D4A4A1E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8175" y="6485671"/>
            <a:ext cx="4114800" cy="274373"/>
          </a:xfrm>
          <a:prstGeom prst="rect">
            <a:avLst/>
          </a:prstGeom>
        </p:spPr>
        <p:txBody>
          <a:bodyPr/>
          <a:lstStyle>
            <a:lvl1pPr algn="r">
              <a:defRPr sz="8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9" name="投影片編號版面配置區 5">
            <a:extLst>
              <a:ext uri="{FF2B5EF4-FFF2-40B4-BE49-F238E27FC236}">
                <a16:creationId xmlns:a16="http://schemas.microsoft.com/office/drawing/2014/main" id="{5A55E343-F865-91E4-FA15-92BF8924B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0541" y="6485671"/>
            <a:ext cx="419746" cy="274373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DB79C081-DDF4-42D0-B16E-F484AE95A2F9}" type="slidenum">
              <a:rPr lang="zh-TW" altLang="en-US" smtClean="0"/>
              <a:pPr/>
              <a:t>‹#›</a:t>
            </a:fld>
            <a:endParaRPr lang="zh-TW" altLang="en-US" sz="900"/>
          </a:p>
        </p:txBody>
      </p:sp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E3E0B239-8BA9-5B22-4759-168A4206DD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29029" y="1574164"/>
            <a:ext cx="4491593" cy="4121500"/>
          </a:xfrm>
        </p:spPr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5" name="標題 22">
            <a:extLst>
              <a:ext uri="{FF2B5EF4-FFF2-40B4-BE49-F238E27FC236}">
                <a16:creationId xmlns:a16="http://schemas.microsoft.com/office/drawing/2014/main" id="{2DB15313-D7B9-05DF-1CAE-1059D2BC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125" y="307975"/>
            <a:ext cx="10155681" cy="612731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83913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扉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40F7A88E-D44F-2933-E9C4-14D87A5665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" y="0"/>
            <a:ext cx="12191594" cy="6858000"/>
          </a:xfrm>
          <a:prstGeom prst="rect">
            <a:avLst/>
          </a:prstGeom>
        </p:spPr>
      </p:pic>
      <p:pic>
        <p:nvPicPr>
          <p:cNvPr id="3" name="圖形 2">
            <a:extLst>
              <a:ext uri="{FF2B5EF4-FFF2-40B4-BE49-F238E27FC236}">
                <a16:creationId xmlns:a16="http://schemas.microsoft.com/office/drawing/2014/main" id="{F5565DED-AA99-4D0D-9460-D9500233B3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9870" y="156629"/>
            <a:ext cx="1150419" cy="255199"/>
          </a:xfrm>
          <a:prstGeom prst="rect">
            <a:avLst/>
          </a:prstGeom>
        </p:spPr>
      </p:pic>
      <p:sp>
        <p:nvSpPr>
          <p:cNvPr id="10" name="標題 22">
            <a:extLst>
              <a:ext uri="{FF2B5EF4-FFF2-40B4-BE49-F238E27FC236}">
                <a16:creationId xmlns:a16="http://schemas.microsoft.com/office/drawing/2014/main" id="{59FA8356-E8DD-76B4-5DAB-17A19E506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291" y="1558384"/>
            <a:ext cx="5359906" cy="913944"/>
          </a:xfrm>
        </p:spPr>
        <p:txBody>
          <a:bodyPr anchor="t">
            <a:normAutofit/>
          </a:bodyPr>
          <a:lstStyle>
            <a:lvl1pPr algn="l">
              <a:defRPr sz="4400"/>
            </a:lvl1pPr>
          </a:lstStyle>
          <a:p>
            <a:endParaRPr lang="zh-TW" altLang="en-US" dirty="0"/>
          </a:p>
        </p:txBody>
      </p:sp>
      <p:sp>
        <p:nvSpPr>
          <p:cNvPr id="6" name="頁尾版面配置區 4">
            <a:extLst>
              <a:ext uri="{FF2B5EF4-FFF2-40B4-BE49-F238E27FC236}">
                <a16:creationId xmlns:a16="http://schemas.microsoft.com/office/drawing/2014/main" id="{D2A5E82D-1701-8097-24BD-A40A303AC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8175" y="6485671"/>
            <a:ext cx="4114800" cy="274373"/>
          </a:xfrm>
          <a:prstGeom prst="rect">
            <a:avLst/>
          </a:prstGeom>
        </p:spPr>
        <p:txBody>
          <a:bodyPr/>
          <a:lstStyle>
            <a:lvl1pPr algn="r">
              <a:defRPr sz="8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8" name="投影片編號版面配置區 5">
            <a:extLst>
              <a:ext uri="{FF2B5EF4-FFF2-40B4-BE49-F238E27FC236}">
                <a16:creationId xmlns:a16="http://schemas.microsoft.com/office/drawing/2014/main" id="{C636A1CB-A47A-70E7-8341-AF4E6A2EB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0541" y="6485671"/>
            <a:ext cx="419746" cy="274373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DB79C081-DDF4-42D0-B16E-F484AE95A2F9}" type="slidenum">
              <a:rPr lang="zh-TW" altLang="en-US" smtClean="0"/>
              <a:pPr/>
              <a:t>‹#›</a:t>
            </a:fld>
            <a:endParaRPr lang="zh-TW" altLang="en-US" sz="900"/>
          </a:p>
        </p:txBody>
      </p:sp>
      <p:sp>
        <p:nvSpPr>
          <p:cNvPr id="14" name="文字版面配置區 5">
            <a:extLst>
              <a:ext uri="{FF2B5EF4-FFF2-40B4-BE49-F238E27FC236}">
                <a16:creationId xmlns:a16="http://schemas.microsoft.com/office/drawing/2014/main" id="{3D57D4E3-466B-F37C-94E9-4316C2EDD1E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5665" y="2637655"/>
            <a:ext cx="4690533" cy="2467743"/>
          </a:xfrm>
        </p:spPr>
        <p:txBody>
          <a:bodyPr>
            <a:normAutofit/>
          </a:bodyPr>
          <a:lstStyle>
            <a:lvl1pPr marL="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lvl="0"/>
            <a:r>
              <a:rPr lang="zh-TW" altLang="en-US" dirty="0"/>
              <a:t>按一下以編輯副標題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zh-TW" altLang="en-US" dirty="0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83A233EB-4F1C-C1BE-EE2F-E6DCBF9B727B}"/>
              </a:ext>
            </a:extLst>
          </p:cNvPr>
          <p:cNvCxnSpPr>
            <a:cxnSpLocks/>
          </p:cNvCxnSpPr>
          <p:nvPr userDrawn="1"/>
        </p:nvCxnSpPr>
        <p:spPr>
          <a:xfrm>
            <a:off x="1066291" y="2472330"/>
            <a:ext cx="5359906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4700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22">
            <a:extLst>
              <a:ext uri="{FF2B5EF4-FFF2-40B4-BE49-F238E27FC236}">
                <a16:creationId xmlns:a16="http://schemas.microsoft.com/office/drawing/2014/main" id="{8DC90A93-214B-7E1A-1224-4B8404FA6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125" y="307975"/>
            <a:ext cx="10155681" cy="612731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endParaRPr lang="zh-TW" altLang="en-US" dirty="0"/>
          </a:p>
        </p:txBody>
      </p:sp>
      <p:pic>
        <p:nvPicPr>
          <p:cNvPr id="13" name="圖形 12">
            <a:extLst>
              <a:ext uri="{FF2B5EF4-FFF2-40B4-BE49-F238E27FC236}">
                <a16:creationId xmlns:a16="http://schemas.microsoft.com/office/drawing/2014/main" id="{34F0C533-EFF2-5DC4-2295-221B557CCD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69870" y="156629"/>
            <a:ext cx="1150419" cy="255199"/>
          </a:xfrm>
          <a:prstGeom prst="rect">
            <a:avLst/>
          </a:prstGeom>
        </p:spPr>
      </p:pic>
      <p:pic>
        <p:nvPicPr>
          <p:cNvPr id="7" name="內容版面配置區 3" descr="一張含有 螢幕擷取畫面, 圖形, 平面設計, 鮮豔 的圖片&#10;&#10;AI 產生的內容可能不正確。">
            <a:extLst>
              <a:ext uri="{FF2B5EF4-FFF2-40B4-BE49-F238E27FC236}">
                <a16:creationId xmlns:a16="http://schemas.microsoft.com/office/drawing/2014/main" id="{74FEBEDE-0BCE-9BAC-58BA-A3D677E4EA2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124"/>
          <a:stretch>
            <a:fillRect/>
          </a:stretch>
        </p:blipFill>
        <p:spPr>
          <a:xfrm>
            <a:off x="12039353" y="0"/>
            <a:ext cx="155944" cy="6859486"/>
          </a:xfrm>
          <a:prstGeom prst="rect">
            <a:avLst/>
          </a:prstGeom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8AED433-A3D3-13A9-C64A-C1BCBD58F6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5125" y="933318"/>
            <a:ext cx="10155682" cy="491292"/>
          </a:xfrm>
        </p:spPr>
        <p:txBody>
          <a:bodyPr/>
          <a:lstStyle>
            <a:lvl1pPr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dirty="0"/>
              <a:t>按一下以編輯副標題</a:t>
            </a:r>
          </a:p>
        </p:txBody>
      </p:sp>
      <p:sp>
        <p:nvSpPr>
          <p:cNvPr id="2" name="頁尾版面配置區 4">
            <a:extLst>
              <a:ext uri="{FF2B5EF4-FFF2-40B4-BE49-F238E27FC236}">
                <a16:creationId xmlns:a16="http://schemas.microsoft.com/office/drawing/2014/main" id="{5D765D64-6A24-2396-A126-8D3058668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8175" y="6485671"/>
            <a:ext cx="4114800" cy="274373"/>
          </a:xfrm>
          <a:prstGeom prst="rect">
            <a:avLst/>
          </a:prstGeom>
        </p:spPr>
        <p:txBody>
          <a:bodyPr/>
          <a:lstStyle>
            <a:lvl1pPr algn="r">
              <a:defRPr sz="8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" name="投影片編號版面配置區 5">
            <a:extLst>
              <a:ext uri="{FF2B5EF4-FFF2-40B4-BE49-F238E27FC236}">
                <a16:creationId xmlns:a16="http://schemas.microsoft.com/office/drawing/2014/main" id="{7C22CF9A-E9AF-F950-004D-FCDC2A75F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0541" y="6485671"/>
            <a:ext cx="419746" cy="274373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DB79C081-DDF4-42D0-B16E-F484AE95A2F9}" type="slidenum">
              <a:rPr lang="zh-TW" altLang="en-US" smtClean="0"/>
              <a:pPr/>
              <a:t>‹#›</a:t>
            </a:fld>
            <a:endParaRPr lang="zh-TW" altLang="en-US" sz="90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41A19F0F-7901-725E-C10C-41B3C8F8B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5125" y="1434069"/>
            <a:ext cx="11089377" cy="4985388"/>
          </a:xfrm>
        </p:spPr>
        <p:txBody>
          <a:bodyPr/>
          <a:lstStyle>
            <a:lvl1pPr marL="0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151745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1A19F0F-7901-725E-C10C-41B3C8F8B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5125" y="1437222"/>
            <a:ext cx="5427210" cy="4951950"/>
          </a:xfrm>
        </p:spPr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pic>
        <p:nvPicPr>
          <p:cNvPr id="13" name="圖形 12">
            <a:extLst>
              <a:ext uri="{FF2B5EF4-FFF2-40B4-BE49-F238E27FC236}">
                <a16:creationId xmlns:a16="http://schemas.microsoft.com/office/drawing/2014/main" id="{34F0C533-EFF2-5DC4-2295-221B557CCD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69870" y="156629"/>
            <a:ext cx="1150419" cy="255199"/>
          </a:xfrm>
          <a:prstGeom prst="rect">
            <a:avLst/>
          </a:prstGeom>
        </p:spPr>
      </p:pic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9DE40350-99D9-B04A-08E7-7D34B5E2219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159065" y="1437222"/>
            <a:ext cx="5427210" cy="495195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pic>
        <p:nvPicPr>
          <p:cNvPr id="10" name="內容版面配置區 3" descr="一張含有 螢幕擷取畫面, 圖形, 平面設計, 鮮豔 的圖片&#10;&#10;AI 產生的內容可能不正確。">
            <a:extLst>
              <a:ext uri="{FF2B5EF4-FFF2-40B4-BE49-F238E27FC236}">
                <a16:creationId xmlns:a16="http://schemas.microsoft.com/office/drawing/2014/main" id="{B0E74920-CCE3-AD0A-81AD-5076A9113C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124"/>
          <a:stretch>
            <a:fillRect/>
          </a:stretch>
        </p:blipFill>
        <p:spPr>
          <a:xfrm>
            <a:off x="12039353" y="0"/>
            <a:ext cx="155944" cy="6859486"/>
          </a:xfrm>
          <a:prstGeom prst="rect">
            <a:avLst/>
          </a:prstGeom>
        </p:spPr>
      </p:pic>
      <p:sp>
        <p:nvSpPr>
          <p:cNvPr id="3" name="頁尾版面配置區 4">
            <a:extLst>
              <a:ext uri="{FF2B5EF4-FFF2-40B4-BE49-F238E27FC236}">
                <a16:creationId xmlns:a16="http://schemas.microsoft.com/office/drawing/2014/main" id="{DCFB3551-A66B-5033-9475-EFCF4022B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8175" y="6485671"/>
            <a:ext cx="4114800" cy="274373"/>
          </a:xfrm>
          <a:prstGeom prst="rect">
            <a:avLst/>
          </a:prstGeom>
        </p:spPr>
        <p:txBody>
          <a:bodyPr/>
          <a:lstStyle>
            <a:lvl1pPr algn="r">
              <a:defRPr sz="8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0D83EF-D797-A055-3F82-BAFFEC731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0541" y="6485671"/>
            <a:ext cx="419746" cy="274373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DB79C081-DDF4-42D0-B16E-F484AE95A2F9}" type="slidenum">
              <a:rPr lang="zh-TW" altLang="en-US" smtClean="0"/>
              <a:pPr/>
              <a:t>‹#›</a:t>
            </a:fld>
            <a:endParaRPr lang="zh-TW" altLang="en-US" sz="900"/>
          </a:p>
        </p:txBody>
      </p:sp>
      <p:sp>
        <p:nvSpPr>
          <p:cNvPr id="7" name="標題 22">
            <a:extLst>
              <a:ext uri="{FF2B5EF4-FFF2-40B4-BE49-F238E27FC236}">
                <a16:creationId xmlns:a16="http://schemas.microsoft.com/office/drawing/2014/main" id="{3FD9C074-B93F-02AC-0718-67BD93B28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125" y="307975"/>
            <a:ext cx="10155681" cy="612731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endParaRPr lang="zh-TW" altLang="en-US" dirty="0"/>
          </a:p>
        </p:txBody>
      </p:sp>
      <p:sp>
        <p:nvSpPr>
          <p:cNvPr id="8" name="文字版面配置區 5">
            <a:extLst>
              <a:ext uri="{FF2B5EF4-FFF2-40B4-BE49-F238E27FC236}">
                <a16:creationId xmlns:a16="http://schemas.microsoft.com/office/drawing/2014/main" id="{67DD077B-8E85-4451-9E7F-6B3782D4B7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5125" y="933318"/>
            <a:ext cx="10155682" cy="491292"/>
          </a:xfrm>
        </p:spPr>
        <p:txBody>
          <a:bodyPr/>
          <a:lstStyle>
            <a:lvl1pPr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dirty="0"/>
              <a:t>按一下以編輯副標題</a:t>
            </a:r>
          </a:p>
        </p:txBody>
      </p:sp>
    </p:spTree>
    <p:extLst>
      <p:ext uri="{BB962C8B-B14F-4D97-AF65-F5344CB8AC3E}">
        <p14:creationId xmlns:p14="http://schemas.microsoft.com/office/powerpoint/2010/main" val="724469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_無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3" descr="一張含有 螢幕擷取畫面, 圖形, 平面設計, 鮮豔 的圖片&#10;&#10;AI 產生的內容可能不正確。">
            <a:extLst>
              <a:ext uri="{FF2B5EF4-FFF2-40B4-BE49-F238E27FC236}">
                <a16:creationId xmlns:a16="http://schemas.microsoft.com/office/drawing/2014/main" id="{74FEBEDE-0BCE-9BAC-58BA-A3D677E4EA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124"/>
          <a:stretch>
            <a:fillRect/>
          </a:stretch>
        </p:blipFill>
        <p:spPr>
          <a:xfrm>
            <a:off x="12039353" y="0"/>
            <a:ext cx="155944" cy="6859486"/>
          </a:xfrm>
          <a:prstGeom prst="rect">
            <a:avLst/>
          </a:prstGeom>
        </p:spPr>
      </p:pic>
      <p:sp>
        <p:nvSpPr>
          <p:cNvPr id="2" name="頁尾版面配置區 4">
            <a:extLst>
              <a:ext uri="{FF2B5EF4-FFF2-40B4-BE49-F238E27FC236}">
                <a16:creationId xmlns:a16="http://schemas.microsoft.com/office/drawing/2014/main" id="{5D765D64-6A24-2396-A126-8D3058668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8175" y="6485671"/>
            <a:ext cx="4114800" cy="274373"/>
          </a:xfrm>
          <a:prstGeom prst="rect">
            <a:avLst/>
          </a:prstGeom>
        </p:spPr>
        <p:txBody>
          <a:bodyPr/>
          <a:lstStyle>
            <a:lvl1pPr algn="r">
              <a:defRPr sz="8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" name="投影片編號版面配置區 5">
            <a:extLst>
              <a:ext uri="{FF2B5EF4-FFF2-40B4-BE49-F238E27FC236}">
                <a16:creationId xmlns:a16="http://schemas.microsoft.com/office/drawing/2014/main" id="{7C22CF9A-E9AF-F950-004D-FCDC2A75F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0541" y="6485671"/>
            <a:ext cx="419746" cy="274373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DB79C081-DDF4-42D0-B16E-F484AE95A2F9}" type="slidenum">
              <a:rPr lang="zh-TW" altLang="en-US" smtClean="0"/>
              <a:pPr/>
              <a:t>‹#›</a:t>
            </a:fld>
            <a:endParaRPr lang="zh-TW" altLang="en-US" sz="900"/>
          </a:p>
        </p:txBody>
      </p:sp>
      <p:sp>
        <p:nvSpPr>
          <p:cNvPr id="4" name="標題 22">
            <a:extLst>
              <a:ext uri="{FF2B5EF4-FFF2-40B4-BE49-F238E27FC236}">
                <a16:creationId xmlns:a16="http://schemas.microsoft.com/office/drawing/2014/main" id="{AED04AC0-B8AA-CF4B-0B44-9B1DA2343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125" y="307975"/>
            <a:ext cx="11089377" cy="612731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endParaRPr lang="zh-TW" altLang="en-US" dirty="0"/>
          </a:p>
        </p:txBody>
      </p:sp>
      <p:sp>
        <p:nvSpPr>
          <p:cNvPr id="5" name="文字版面配置區 5">
            <a:extLst>
              <a:ext uri="{FF2B5EF4-FFF2-40B4-BE49-F238E27FC236}">
                <a16:creationId xmlns:a16="http://schemas.microsoft.com/office/drawing/2014/main" id="{AB0B1B1C-096C-F6D4-901F-F00A7C183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5125" y="933318"/>
            <a:ext cx="11089378" cy="491292"/>
          </a:xfrm>
        </p:spPr>
        <p:txBody>
          <a:bodyPr/>
          <a:lstStyle>
            <a:lvl1pPr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dirty="0"/>
              <a:t>按一下以編輯副標題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55060235-ABDB-2658-8864-CBBC1F24A7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5125" y="1434069"/>
            <a:ext cx="11089377" cy="4985388"/>
          </a:xfrm>
        </p:spPr>
        <p:txBody>
          <a:bodyPr/>
          <a:lstStyle>
            <a:lvl1pPr marL="0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058061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513CD57-DD09-17D5-B102-6F347923CE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0" y="0"/>
            <a:ext cx="12187939" cy="6858000"/>
          </a:xfrm>
          <a:prstGeom prst="rect">
            <a:avLst/>
          </a:prstGeom>
        </p:spPr>
      </p:pic>
      <p:pic>
        <p:nvPicPr>
          <p:cNvPr id="5" name="圖形 4">
            <a:extLst>
              <a:ext uri="{FF2B5EF4-FFF2-40B4-BE49-F238E27FC236}">
                <a16:creationId xmlns:a16="http://schemas.microsoft.com/office/drawing/2014/main" id="{7D4709F3-40B3-06D6-AB2D-93898D13C1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9870" y="156629"/>
            <a:ext cx="1150419" cy="255199"/>
          </a:xfrm>
          <a:prstGeom prst="rect">
            <a:avLst/>
          </a:prstGeom>
        </p:spPr>
      </p:pic>
      <p:sp>
        <p:nvSpPr>
          <p:cNvPr id="6" name="標題 22">
            <a:extLst>
              <a:ext uri="{FF2B5EF4-FFF2-40B4-BE49-F238E27FC236}">
                <a16:creationId xmlns:a16="http://schemas.microsoft.com/office/drawing/2014/main" id="{23D48F7A-3F1F-4329-1211-400E999EB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69" y="2384170"/>
            <a:ext cx="10374520" cy="1041862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5000"/>
            </a:lvl1pPr>
          </a:lstStyle>
          <a:p>
            <a:endParaRPr lang="zh-TW" altLang="en-US" dirty="0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2631B874-6616-2955-7E7A-0E6987140A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2668" y="3426032"/>
            <a:ext cx="10374520" cy="54663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zh-TW" altLang="en-US" dirty="0"/>
              <a:t>按一下以編輯副標題</a:t>
            </a:r>
          </a:p>
        </p:txBody>
      </p:sp>
    </p:spTree>
    <p:extLst>
      <p:ext uri="{BB962C8B-B14F-4D97-AF65-F5344CB8AC3E}">
        <p14:creationId xmlns:p14="http://schemas.microsoft.com/office/powerpoint/2010/main" val="387796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FDF5C43-AB60-0FED-FFB9-19495D00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1592139-8FC5-3643-4B0D-804E16658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F6A111-24DC-635D-D015-EDEB19D48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0750B2-8042-7E5A-D4BA-2DC95B8C8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C41E099-1AA8-7B80-DD06-E354FBED5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DB79C081-DDF4-42D0-B16E-F484AE95A2F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060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2" r:id="rId2"/>
    <p:sldLayoutId id="2147483673" r:id="rId3"/>
    <p:sldLayoutId id="2147483650" r:id="rId4"/>
    <p:sldLayoutId id="2147483660" r:id="rId5"/>
    <p:sldLayoutId id="2147483674" r:id="rId6"/>
    <p:sldLayoutId id="2147483671" r:id="rId7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</p:titleStyle>
    <p:bodyStyle>
      <a:lvl1pPr marL="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720000" indent="-180000" algn="l" defTabSz="914400" rtl="0" eaLnBrk="1" latinLnBrk="0" hangingPunct="1">
        <a:lnSpc>
          <a:spcPct val="100000"/>
        </a:lnSpc>
        <a:spcBef>
          <a:spcPts val="500"/>
        </a:spcBef>
        <a:buSzPct val="50000"/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2pPr>
      <a:lvl3pPr marL="1080000" indent="-180000" algn="l" defTabSz="914400" rtl="0" eaLnBrk="1" latinLnBrk="0" hangingPunct="1">
        <a:lnSpc>
          <a:spcPct val="100000"/>
        </a:lnSpc>
        <a:spcBef>
          <a:spcPts val="500"/>
        </a:spcBef>
        <a:buSzPct val="50000"/>
        <a:buFont typeface="Wingdings" panose="05000000000000000000" pitchFamily="2" charset="2"/>
        <a:buChar char="u"/>
        <a:defRPr sz="18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3pPr>
      <a:lvl4pPr marL="1440000" indent="-180000" algn="l" defTabSz="914400" rtl="0" eaLnBrk="1" latinLnBrk="0" hangingPunct="1">
        <a:lnSpc>
          <a:spcPct val="100000"/>
        </a:lnSpc>
        <a:spcBef>
          <a:spcPts val="500"/>
        </a:spcBef>
        <a:buSzPct val="50000"/>
        <a:buFont typeface="Wingdings" panose="05000000000000000000" pitchFamily="2" charset="2"/>
        <a:buChar char="p"/>
        <a:defRPr sz="16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5D9BE6-4BEC-7ECB-2700-52511025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TEXT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67800F6-27CD-3259-1507-AA36A5B7E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TW" altLang="en-US" sz="2000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81418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>
            <a:extLst>
              <a:ext uri="{FF2B5EF4-FFF2-40B4-BE49-F238E27FC236}">
                <a16:creationId xmlns:a16="http://schemas.microsoft.com/office/drawing/2014/main" id="{5A8603CA-629F-820D-8ABC-CEA164F7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1C5818-315A-979A-1AA1-B38FA1283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9C081-DDF4-42D0-B16E-F484AE95A2F9}" type="slidenum">
              <a:rPr lang="zh-TW" altLang="en-US" smtClean="0"/>
              <a:pPr/>
              <a:t>2</a:t>
            </a:fld>
            <a:endParaRPr lang="zh-TW" altLang="en-US" sz="90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0242DAC-94D1-96C9-C48B-A5E6782297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B0FE6D2-E74F-504B-9867-8DC812BB3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92991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3F7094-EC21-E78F-AC34-F4F53628B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TEXT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06BFE2-4BF9-CFC3-8E03-EAD162958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9C081-DDF4-42D0-B16E-F484AE95A2F9}" type="slidenum">
              <a:rPr lang="zh-TW" altLang="en-US" smtClean="0"/>
              <a:pPr/>
              <a:t>3</a:t>
            </a:fld>
            <a:endParaRPr lang="zh-TW" altLang="en-US" sz="90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D320015-D646-FEF2-0479-8E4932E3E5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TW" altLang="en-US" sz="2000" dirty="0"/>
              <a:t>TEXT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CBE9FD1-8D94-8885-5EBE-98A66BDA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</p:spTree>
    <p:extLst>
      <p:ext uri="{BB962C8B-B14F-4D97-AF65-F5344CB8AC3E}">
        <p14:creationId xmlns:p14="http://schemas.microsoft.com/office/powerpoint/2010/main" val="1672538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C6C55D01-43B8-2689-3EF4-1F1B2A3DC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TEXT</a:t>
            </a:r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68DC9D5B-CF8E-F01E-D7CD-8CCEB87976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TW" altLang="en-US" sz="1600" dirty="0"/>
              <a:t>TEXT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374552E-9C27-1905-E11C-F9FBA067A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1CBBA8-5952-5822-2E66-94E28EAA1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9C081-DDF4-42D0-B16E-F484AE95A2F9}" type="slidenum">
              <a:rPr lang="zh-TW" altLang="en-US" smtClean="0"/>
              <a:pPr/>
              <a:t>4</a:t>
            </a:fld>
            <a:endParaRPr lang="zh-TW" altLang="en-US" sz="90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B7015A52-C78C-CF8D-BCE5-84E8531661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5286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41093CBA-41D1-07BC-F7D3-3E8F6F8364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C65D52-963B-C10A-BDC5-F254E5EC5746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DB628D6-A2A5-4F6F-616A-11DE5417E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3AC0408-8F01-8E6B-B07E-ADDA04FF1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9C081-DDF4-42D0-B16E-F484AE95A2F9}" type="slidenum">
              <a:rPr lang="zh-TW" altLang="en-US" smtClean="0"/>
              <a:pPr/>
              <a:t>5</a:t>
            </a:fld>
            <a:endParaRPr lang="zh-TW" altLang="en-US" sz="900"/>
          </a:p>
        </p:txBody>
      </p:sp>
      <p:sp>
        <p:nvSpPr>
          <p:cNvPr id="6" name="標題 5">
            <a:extLst>
              <a:ext uri="{FF2B5EF4-FFF2-40B4-BE49-F238E27FC236}">
                <a16:creationId xmlns:a16="http://schemas.microsoft.com/office/drawing/2014/main" id="{7E40D98F-C591-508E-9E87-E9CBAC944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11629445-07F7-699E-CFEE-60570530C8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3566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>
            <a:extLst>
              <a:ext uri="{FF2B5EF4-FFF2-40B4-BE49-F238E27FC236}">
                <a16:creationId xmlns:a16="http://schemas.microsoft.com/office/drawing/2014/main" id="{314AB1BE-56B1-EE5D-226C-3A7000E35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7312DD1-15B7-8A0E-2A1D-AE5652287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9C081-DDF4-42D0-B16E-F484AE95A2F9}" type="slidenum">
              <a:rPr lang="zh-TW" altLang="en-US" smtClean="0"/>
              <a:pPr/>
              <a:t>6</a:t>
            </a:fld>
            <a:endParaRPr lang="zh-TW" altLang="en-US" sz="900"/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73958967-309F-9972-7018-128A18386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1725E01-DE33-F910-88CE-8EB9396666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CDF5E7C-1EFD-1F4A-395E-DFE914A955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452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3B847-2F0C-E166-A0B6-9842DD7EA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TEXT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F8C39B6-7FEF-4D2B-AB5E-997A6F0145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TW" altLang="en-US" sz="2000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7964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DAA4B3EF1C1EC54090190B80065697EC" ma:contentTypeVersion="12" ma:contentTypeDescription="建立新的文件。" ma:contentTypeScope="" ma:versionID="adf174d9c9c77815f1856062b94d0799">
  <xsd:schema xmlns:xsd="http://www.w3.org/2001/XMLSchema" xmlns:xs="http://www.w3.org/2001/XMLSchema" xmlns:p="http://schemas.microsoft.com/office/2006/metadata/properties" xmlns:ns2="87643090-462e-4483-8fee-104e11aaa7c6" xmlns:ns3="81fbc0a5-bf19-4add-b132-07e20741ab60" targetNamespace="http://schemas.microsoft.com/office/2006/metadata/properties" ma:root="true" ma:fieldsID="dc2c921a8025a671c896172cdcf0cd5b" ns2:_="" ns3:_="">
    <xsd:import namespace="87643090-462e-4483-8fee-104e11aaa7c6"/>
    <xsd:import namespace="81fbc0a5-bf19-4add-b132-07e20741ab6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643090-462e-4483-8fee-104e11aaa7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bc0a5-bf19-4add-b132-07e20741ab6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共用對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用詳細資料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8E66D0B-AA1B-4EED-A6EC-86D221198FF6}"/>
</file>

<file path=customXml/itemProps2.xml><?xml version="1.0" encoding="utf-8"?>
<ds:datastoreItem xmlns:ds="http://schemas.openxmlformats.org/officeDocument/2006/customXml" ds:itemID="{86279918-8EC7-4ECB-A798-E15F186ABB7B}"/>
</file>

<file path=customXml/itemProps3.xml><?xml version="1.0" encoding="utf-8"?>
<ds:datastoreItem xmlns:ds="http://schemas.openxmlformats.org/officeDocument/2006/customXml" ds:itemID="{1D6D8F05-3EF5-4272-8592-C532046A55FC}"/>
</file>

<file path=docProps/app.xml><?xml version="1.0" encoding="utf-8"?>
<Properties xmlns="http://schemas.openxmlformats.org/officeDocument/2006/extended-properties" xmlns:vt="http://schemas.openxmlformats.org/officeDocument/2006/docPropsVTypes">
  <TotalTime>6644</TotalTime>
  <Words>90</Words>
  <Application>Microsoft Office PowerPoint</Application>
  <PresentationFormat>寬螢幕</PresentationFormat>
  <Paragraphs>10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3" baseType="lpstr">
      <vt:lpstr>微軟正黑體</vt:lpstr>
      <vt:lpstr>Aptos</vt:lpstr>
      <vt:lpstr>Arial</vt:lpstr>
      <vt:lpstr>Arial Black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洪瑀宣(Shally Hung)</dc:creator>
  <cp:lastModifiedBy>李佳瑋(Verna Lee)</cp:lastModifiedBy>
  <cp:revision>93</cp:revision>
  <dcterms:created xsi:type="dcterms:W3CDTF">2025-04-18T08:33:56Z</dcterms:created>
  <dcterms:modified xsi:type="dcterms:W3CDTF">2026-07-09T02:00:53Z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1e43920-ae8e-42a0-9a5c-464554aa03b2_Enabled">
    <vt:lpwstr>true</vt:lpwstr>
  </property>
  <property fmtid="{D5CDD505-2E9C-101B-9397-08002B2CF9AE}" pid="3" name="MSIP_Label_01e43920-ae8e-42a0-9a5c-464554aa03b2_SetDate">
    <vt:lpwstr>2025-04-18T09:16:17Z</vt:lpwstr>
  </property>
  <property fmtid="{D5CDD505-2E9C-101B-9397-08002B2CF9AE}" pid="4" name="MSIP_Label_01e43920-ae8e-42a0-9a5c-464554aa03b2_Method">
    <vt:lpwstr>Standard</vt:lpwstr>
  </property>
  <property fmtid="{D5CDD505-2E9C-101B-9397-08002B2CF9AE}" pid="5" name="MSIP_Label_01e43920-ae8e-42a0-9a5c-464554aa03b2_Name">
    <vt:lpwstr>IISIGroup - 普通文件</vt:lpwstr>
  </property>
  <property fmtid="{D5CDD505-2E9C-101B-9397-08002B2CF9AE}" pid="6" name="MSIP_Label_01e43920-ae8e-42a0-9a5c-464554aa03b2_SiteId">
    <vt:lpwstr>54aa2fea-ecb3-4c71-80b3-de9a356e77c1</vt:lpwstr>
  </property>
  <property fmtid="{D5CDD505-2E9C-101B-9397-08002B2CF9AE}" pid="7" name="MSIP_Label_01e43920-ae8e-42a0-9a5c-464554aa03b2_ActionId">
    <vt:lpwstr>74a092f3-de5e-48a5-8d80-572223daa2ef</vt:lpwstr>
  </property>
  <property fmtid="{D5CDD505-2E9C-101B-9397-08002B2CF9AE}" pid="8" name="MSIP_Label_01e43920-ae8e-42a0-9a5c-464554aa03b2_ContentBits">
    <vt:lpwstr>0</vt:lpwstr>
  </property>
  <property fmtid="{D5CDD505-2E9C-101B-9397-08002B2CF9AE}" pid="9" name="MSIP_Label_01e43920-ae8e-42a0-9a5c-464554aa03b2_Tag">
    <vt:lpwstr>10, 3, 0, 1</vt:lpwstr>
  </property>
  <property fmtid="{D5CDD505-2E9C-101B-9397-08002B2CF9AE}" pid="10" name="ContentTypeId">
    <vt:lpwstr>0x010100DAA4B3EF1C1EC54090190B80065697EC</vt:lpwstr>
  </property>
</Properties>
</file>