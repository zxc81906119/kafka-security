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147479729" r:id="rId2"/>
    <p:sldId id="2147479730" r:id="rId3"/>
    <p:sldId id="2147479731" r:id="rId4"/>
    <p:sldId id="2147479732" r:id="rId5"/>
    <p:sldId id="2147479733" r:id="rId6"/>
    <p:sldId id="2147479734" r:id="rId7"/>
    <p:sldId id="214747973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50" r:id="rId4"/>
    <p:sldLayoutId id="2147483660" r:id="rId5"/>
    <p:sldLayoutId id="2147483674" r:id="rId6"/>
    <p:sldLayoutId id="2147483671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TEXT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5A8603CA-629F-820D-8ABC-CEA164F7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B1C5818-315A-979A-1AA1-B38FA128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242DAC-94D1-96C9-C48B-A5E6782297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B0FE6D2-E74F-504B-9867-8DC812BB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299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TEXT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TEXT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TEXT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TEXT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7015A52-C78C-CF8D-BCE5-84E8531661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1093CBA-41D1-07BC-F7D3-3E8F6F8364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C65D52-963B-C10A-BDC5-F254E5EC574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DB628D6-A2A5-4F6F-616A-11DE5417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AC0408-8F01-8E6B-B07E-ADDA04FF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7E40D98F-C591-508E-9E87-E9CBAC94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1629445-07F7-699E-CFEE-60570530C8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56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314AB1BE-56B1-EE5D-226C-3A7000E3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7312DD1-15B7-8A0E-2A1D-AE565228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73958967-309F-9972-7018-128A18386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1725E01-DE33-F910-88CE-8EB9396666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CDF5E7C-1EFD-1F4A-395E-DFE914A955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52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TEXT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