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broker。官方(SCRAM overview 頁):SCRAM 憑證儲存在 KRaft,適用於 KRaft 位於私有網路的環境;SCRAM 只應搭配 TLS 使用。該頁沒有說明 SCRAM 密碼輪替流程,同帳號 SHA-256 + SHA-512 並行是實測可行的做法(官方未說明,需改 broker 設定檔並重啟),僅列為備案,不作為建議做法。另一種做法(同帳號直接改密碼,再讓 client 換新密碼)的實測:已連線的 client 在 Kafka 端改密碼後不受影響(45 秒後仍送出訊息,無認證錯誤);改密碼之後的新連線,舊密碼立即失敗(SaslAuthenticationException)、新密碼成功。所以密碼是在連線建立時驗證;風險是在 client 換新密碼之前,任何重新連線(應用重啟、broker 重啟、leader 轉移、閒置斷線)都會失敗。若設定了 connections.max.reauth.ms(定期重新認證),已連線的 client 也會在重新認證時失敗(demo 未設定,未實測)。此做法適合有維護時段、能同步更新所有 client 的服務;需要不中斷時用新帳號並行。官方 SCRAM 頁沒有說明輪替流程。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97157326-343a-4497-b03d-fa6816b8c762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890e85f-c6f6-4540-af77-b8e4a4d393fb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9572d68-3a92-49cd-82e4-63a5efe6707e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8cab408-6c50-46bf-9215-6df5ebb7b37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661adeb9-209e-4587-bd29-427f273c8bd9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f39d43ca-06e6-474c-b923-cd1a7a81d0de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38a4d11e-7f3b-420e-9fdc-58c172a717f7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4a3b758-6387-49bb-a3fc-2067accc154c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c02511e-ab4c-46e5-88a7-1abcbd26a87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a2139d08-f62e-4edd-a00c-528f83fac9ab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464e0213-696c-4a71-a488-647741a7e3d9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170bb3af-edc6-4d78-9300-955aefe379a7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83582c39-38d2-4061-8fa5-a3f2590a9f1a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f749654c-e38c-4c7e-92c9-1591a0ae922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7179002c-6696-42a8-9fd5-6d07d9798d3a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21358532-fa5e-42c5-ae28-ce9549797338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bba322b7-3bdf-4912-8065-70c58e44e718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54fbf516-827f-4e15-9339-116a5dafd4dc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cb81a432-244e-499e-a032-65a89a03531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5d82d403-7c63-44bd-8424-9f8ed52dc70d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abf1874b-15e0-4626-bea4-3338244f7e05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01d91567-31de-4434-8ac4-0b21abc223ed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8155fed6-55fa-4fda-a3a8-6599e98ac66c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86218764-b8d1-45e9-b695-37b61701670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3f810b47-0565-4f23-bdb0-c991fa03e032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846594a9-c6a1-41e5-80d0-8ab0f6f219c1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64a37742-3c52-46ba-ae25-06cd01420ba2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134ade6a-fc5c-40ff-929f-52f79565f4ec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677727e4-77f5-4f65-9d54-e6b4286287b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2878ee2b-094b-4866-b253-336a4d3353b7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8a07f821-4abb-47ad-84bc-6bfa0fd4cf45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5a4ad8-cea6-485a-ac9e-b99b6e52595b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5dd8f96-b6aa-487c-ae50-5062ef1cb176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ad8bcfb-c4d5-49c3-a01a-4375255fdb7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3193337f-960d-48cd-8ce2-384733e4ccab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4cdbe5bb-039f-4254-9c1a-8663bae31015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4b2e9de7-24d3-416f-a4bf-cbeeb40db0a6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9c798b54-9272-4bc6-9089-dae706532840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c6401b3e-3758-4912-a541-936fe1ba1a76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e0fdc3af-1b92-4a4b-8357-067eaa7c516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508d1e19-9f35-40c2-b3ba-e13df8e5fbe5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4283ecf4-6d62-43c8-ae7a-b2706ee2d4b9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658e9fec-a7c8-4b39-a8eb-597233b8eb89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2ef79ccd-6111-4c00-abee-e6affc1a4395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0b926cef-5147-4d14-a13a-d55e6c4b479b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1a7b2397-5fd5-4af6-bca3-daa4a8306cb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5cab307b-3a0e-4ea1-af27-dd623a9f6650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6164e06-8dd7-4cca-bb82-e44439e286f7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f38a08b4-e1ee-4fc1-a055-ccfc84ec4ffc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b36583ef-baaf-4463-8af3-742d13451b9b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d2b1a2e3-e913-43fc-98c8-6f1087e6afa3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dd88d138-7b61-4590-9461-cf4ec32c2196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8b8350-c611-45a4-becd-623b76cb0bf9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1bb84da-346a-420f-9184-2c95a2bea0c5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074186c-8c6a-4497-bdb9-d17a2928539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e826e5c1-3971-4b76-8097-47771fb022d9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0c095c22-e40e-4200-a58b-55d0c214114c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4e920929-1524-4f5d-bcce-04de823e74ae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8a4e6a6-91c8-4f99-b38e-7411df7e6eec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21eb05ae-53d7-49fd-8fd4-569ab7029d7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2a393e1e-d668-416d-bddb-010814114330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f5ce417f-1593-4c4d-9f73-dcebeaca2e02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a7ba3f22-ebb7-4c28-8754-2abe6cea01f6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5068f6c8-39ab-47e1-b5a0-33129d49fe8d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5ec46318-9d7c-4429-8f1c-1ac0c5e11ad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f68ea933-5357-4a0c-8d76-00c6a57aa88b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1f840f8a-7ed9-4f93-a36e-d8652b52f433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bc694e61-cee2-4521-ab49-89c41d65ba25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6bd573fb-cb54-44ec-b4f4-1fc015d8ce13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28b780b3-2f55-472d-a705-a52730b331c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d9a87833-d2e8-462b-94ed-a4abf06d4307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7b7557cd-0e31-4aa0-9fec-ecf746ee5250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f5496313-ea2c-4d74-993d-7cc9f311c6a1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0010847d-462d-4763-8482-d23739ee12dc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310a3cec-2975-4cbe-b76f-cc3e27d57c1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bd11fd09-9f76-435d-8ae2-d011e8b4495c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746a6600-1d2e-422c-9c7f-33a4d4f4fb3f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bd58e0e2-b452-461d-88b8-42cebc79a04c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a9021a79-8995-4602-8036-9ec39ecc3574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9c28f388-9ef8-49d8-aea7-eae0b780934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c0e96eb6-98f1-4e31-9272-4e2b47101e92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8cb65bfb-e0bc-4406-868f-1983ad3af038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3fdd2180-6d6f-4361-8291-6aae9475111c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37339cdb-6f83-4556-b157-553483545f67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5e2bff18-65f3-4d2b-93a1-809e41d098e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aa488ad3-b03d-46cc-8167-3f0264d1b542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714e980e-7791-4f82-8971-2f6b95b6ab6e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d8b7c70e-0aa0-475c-9b1f-5c1de4658b4f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1eed8479-f3c6-4064-9e79-9aabb0b85a59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9638f04f-7401-465e-9f30-07b33886b8b2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f5f49241-de1f-4fec-b9d0-d0de4a88d417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5b14bccf-7f42-42c4-bcfb-c750a0d08aa6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27ec224c-f156-4390-8758-e2828c6dea5e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76511a0a-b402-4157-a938-e4489e293196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efbc1de0-b2b2-4064-93eb-f48ff1fcbc3d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3a05d4da-8cf1-465d-98e0-5b33747b6055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41e4a192-2782-46fd-acd8-d52a81566ab9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4d1944d-33d3-48a4-b0e4-cd6ca4b18588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9e530369-331e-488a-8697-48706f58380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b939a62c-32c8-4e57-9917-84ab6869a71a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714400de-e77e-4a31-aca9-eb4d57a20884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0a0b212-096b-483c-8c01-f9d8c542f494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bb961b1b-9218-4515-b88a-753d2de74529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b470285b-4e66-4755-8917-b1469bade22f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0247d04e-22ec-4644-aa6d-af02292733e7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f03d38db-fc51-4eae-814d-b2b643fbaca3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0db2eb74-5469-408d-9f01-4c021c5d2d0d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b5a5cb9e-2177-4994-b2ad-32f5cbe43e9e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917806a6-44fa-4e2c-b53d-4ebae604fc09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67f66e24-09aa-4c7a-9000-957896a1da40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20e55b77-b242-490a-a902-0a8db064f287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0ff24da0-3798-4c0c-8496-a5baae995cf2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227213cf-304b-49ec-9e62-9a4896e41032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6f3aa3e-278f-46c8-b212-2103fb894892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d2105384-7c32-4d1b-a7c0-639dda1e4bda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9e6d20a8-c237-42f1-81e4-7a888029a2f8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9191d2e6-6aa4-490c-86c0-b4049f6cd1fd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69e46101-bbd8-4028-97f8-efce9a17fdba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9fd0d144-6b10-46cd-b4ad-e720347be4cf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a903a953-23eb-44d2-ab24-bea9e5e67fbd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34030f56-b48f-439e-97dd-d847e5137743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20db401b-6137-48f2-9016-807cef62baaf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a932fc58-7f3a-491c-87dc-4a2858f47537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aa7fa070-0b31-4e59-9ce4-3ab88bab7cbe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1ef2168b-cd70-4e84-accd-1fe1c8ba450f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ff8b2365-1797-4c8a-b191-b4c865a14e4d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6952098-efbe-4321-8d57-9f12196794c4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fdef5964-566f-4a82-b42a-9bc9256d5b81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f343ad11-d6a0-431c-816c-002310c14b4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a0116019-a6a1-4b5c-ae87-344c45822b7e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a1e42c7c-ada6-410f-8d4c-52d487df8b01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a5980570-a447-43cf-9621-2cb15b9beabd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fb3c1f1b-1a6c-4eef-b259-534980894e0f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e7e7ef23-e91d-4462-a56b-0a1a167126b0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46951b0f-8ac4-4c4d-a8ab-0d2ff4e65cf0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b5d58b49-337d-46f7-881a-ba51fa2873d8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a5fa1657-e73d-4770-ae58-32b804c186e1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50365c28-16f4-40ee-80b5-248beeb36d30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89ad7a55-5706-465c-b149-753c6df5871e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c805f2a-1f6c-4d8d-a033-6a12c2767dc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5bcc7026-f27a-4c9f-b904-f1f64104cb2d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ed866306-d19f-4246-9295-351f19c3a07d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431c50ea-42a4-4f1a-9d10-5103a5e2eec0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1c38bd85-d9fd-4d93-ab4c-1aaa42ad1c06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d6d1f148-8614-4c35-afb2-a4dc1bdb713e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9a1a5bfa-50b6-48bf-a539-6f4266cf6229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c5d00c75-0bcb-47e3-aaf8-3a01d287d2d4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08746f08-8e19-41a4-8d62-5c47a54b8b0e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554f0ea1-603c-49c9-b642-571ee0c59005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6cfd64a7-7c22-4ac7-8e20-be6c60b891c5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f23e1e67-78ef-4639-ad59-530672fcb21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bbe8ba43-6ee6-48c4-98b4-fd115af82f7f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0762f0ce-31db-49cf-9b78-6e631fbd7513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54820abe-2f05-4fa5-af77-e47239835d53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4580acc1-64f7-4e6a-aba2-04287ee6b123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156b2e84-b542-4750-a3e1-e1553ece9cab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212883c5-d01a-4f1b-8ba3-5b2d2d5220f2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0a1901bb-04f0-4367-af9f-5e8024224821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888ed56b-5a62-493b-9fee-4d0e9979d2bd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9acaa468-1c44-4bbf-be82-084b515fe9ab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9779684f-7dba-4fc5-ac83-24ebdf3b67ef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e183a8cf-e134-4ad1-ac85-7564998cbf64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b8386e76-e981-4d6b-ac4f-7d99c8096335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e092f070-937a-47b8-a89a-a4b506150b49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3d6f881-155e-4575-85d9-8abe11726872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1d7a6603-8384-4c8a-98a6-cce83b885a76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098c1ae7-7538-4ef0-b0f4-e6a3e21cd3f1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a2fcd5e8-f211-41e7-9490-9c8bee3424e3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83d1854d-73ad-4428-b072-ee76b3a349cc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5365e052-80e9-4d75-ab5b-81976fc7343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59824581-d739-4dd9-9f1c-a3ee58eabf77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706246d4-d8ac-4b99-9952-26c821db403c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bf21600d-9b8e-4e10-9cc4-aa69a3b5f890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14fd2b09-c9ce-4d69-a8b5-d1673e72eeca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4523a284-e1db-485a-bf76-ad9da67c3feb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ad0261b6-1d9a-48f1-85dd-a95fb5b801ae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cd93b2e-6a18-4b99-b558-c3ae0b2d7cc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11051c59-8fd5-4dfb-80a4-437349f493e2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61b45c90-d1d7-4ae8-9472-fdea5adf4447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f9100e53-83c9-4e7c-b7bc-107486589418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0ca0c8a7-b1c3-4e94-ba4a-774397dd2dcb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f35237a2-c63e-46b6-98ba-052476b94954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34d83098-6ad8-4c35-aaae-f953ad5bb5ea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ad142328-245c-429f-b52d-544cb26f2fd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afaa7d34-156b-4748-b89a-0b24b6cecf0d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37d89990-c9f1-4cf2-a778-34b4bef14b8d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5b4a84af-c8ea-4e02-829b-6d8b326c0b2b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0e7dc0cb-26f2-47a1-915d-c9af98bb0760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3d5c876c-b00f-4b46-b56d-a0d158918eb7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c692145c-a0bc-414a-bac5-29a5584892a4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1dcde49f-16cb-43bd-9b9a-55ae7f9836a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846a012a-133c-4684-85ce-cef8cf2595c3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add08769-2789-4a1a-adf0-4ea45c29b098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333771d4-baa3-4757-918f-136abe2b9031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9f065d94-37cd-45c1-bdcd-7f030c124b34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499b9915-9e44-488a-95eb-d4bd68d8f29c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d5d96863-155e-4fab-b12a-50cc043f6fbd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a064bc99-908e-4dbe-b024-9ff9b81d50e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e8e67769-0e6b-4c37-a982-dcb189c0cef4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c4bb9722-9755-45cc-939e-dc8ece37c48c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6616d398-5b0c-40b4-b47b-e5758c55bb87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5697ad17-0881-4927-926c-ef09a13e3a4c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e42db2cd-12d8-4a47-9acf-f31ee9791078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4dc8d483-5dda-46d2-ba76-f9499acf9793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e291da92-a268-43a5-b877-b5f162137c71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3c1889c-cf61-4f80-9b54-ea125a5a066c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3b9b92a-3dd6-4c10-9334-cc19a35e89ae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29feab3-37d4-472f-aca7-89c6a5a644a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1844cf2b-3c72-40c3-b84e-e04e405f71ac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fa58f0ad-d158-411d-b8ea-3d5d2288e292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2484b28b-c298-474d-8601-aebbcae08cf7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db3b1717-addf-4df8-b76a-54742b726b6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18921de1-049a-494d-8d95-0dcc62c8df04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deaa03d7-5e02-42b7-badb-df355b03001d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d3e6febb-5690-42fa-b5f0-8f8e36e42a73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6b0a7469-aad3-40a2-8c3e-ac9cd8254ca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43a11900-da34-419a-8fed-194e9b706d5b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130d947a-69fc-4068-bfff-efd87f2247bc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2e27c90d-22b2-4e7a-bbdc-0157310af2ee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34077348-bc81-4056-bf89-18612e8f0914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9c188b7d-9010-4c24-8403-1afc21d37993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df47dccf-3199-49b7-bd5c-2f42fc374e9e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80faa4a3-bad8-484d-902d-4518d335646d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639f79e6-104e-47cc-8bdc-331f5bcec331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349f3663-9d42-4939-8bb6-9f0af920cfbc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c5f4795f-f436-4acc-8790-6643bc538672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0dd363f0-ecab-4944-90c0-e2c17aae6432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f3188dbc-4ffe-4d71-b811-80bb33a64189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8ff23e32-7dc9-42e0-8b52-c9d4b4a5069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d6cbc1b4-5c1f-4669-b014-1c4d28b36b40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c21af7b0-a9b7-4d8c-859a-bcf1a53ffce3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4e4837df-6d0b-48f9-9a8f-5a4b6a81c999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d7ab5f48-25da-4115-b5ab-1a970fb3d2a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98e4dbfa-9ae3-48af-8209-cbefca4adf79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41fc2460-780a-49cf-9411-5ada1c5974ce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2751113-5bee-45a7-a50b-55cf275b2cc2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cbbb884-ed87-4d6e-b41b-98c5a48d727f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92f5e7b-8b19-423c-899d-23ba8d27245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96544309-fa8a-45e2-8e65-70452f90133e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1bce31fb-d769-4783-8d7a-f15ed665d872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530c746a-f2dd-409f-be09-b572e6207921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4bcbb5c7-4f37-4edf-a7c3-81e5580e2198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1fea948f-a7f1-48d8-8d5a-e466c15393f1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ade8abfa-22e4-4f69-83be-17d029eb64a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5f59f812-bd4f-426d-be31-8187f29cbc44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843a4a13-2dd6-425a-8d16-8dc8a4719982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73d5c9bd-b5c8-498e-9d0d-25669b0b3698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6b68cea6-aaa9-4b28-810e-42ae78cbad46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06edf17a-3d00-4594-93b8-0ee574be6669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2d88b283-9a73-4f7a-a1b6-82853ca30aa1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dbc59560-f993-464d-af93-90185b7fadf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4b3170b6-bbd3-4264-aa1a-d4ca969abc9e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d1c058e6-1d0b-45d9-b43a-ee1ddf03e80e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af4ac4dc-d40f-44cc-b771-883d93ebca54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45db0b28-4e3e-481e-8bc7-0d582b611025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806e3544-c74c-43a4-ab0e-78def215d0c2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81e556d4-595e-4f2e-8c46-458b5127173e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56cea70c-25a2-4c82-806f-63e962a601c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d02af630-024a-409f-96e6-521c039ceda4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04b32b68-1155-48e7-b71b-f48d8f163cff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70ef9e6f-fdaf-4c67-ab8e-717647f7e304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7599714c-8973-47a5-8153-c9585c383421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aea680d6-81d4-402d-aa29-9e909e0badb1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c882a42-ce3a-4ef8-8650-1e5ac6941530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1bebdc42-4913-40c0-8fd7-65223ab13f49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789377c3-b3be-46fb-8daa-720211fc964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e80f29eb-4885-417c-8736-67319141e423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41130496-e56f-4b0f-a82e-396a5cf64257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dcbfe36a-5b64-467e-9c38-f48678c8900c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90327be3-6280-40b9-b1dd-237ed7d6143b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0a7cea25-cc49-4ee1-91ef-e721b294eea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c308a836-d80e-4933-8509-822de3d1f3f0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4036ab95-ed69-49bb-999f-fb8be51474a0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abf9b8b5-0026-4037-ae44-2639b91a3f1f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c1fc4f1a-f911-4517-b729-907a73d74aca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a85ce4c5-bae4-4295-8683-53c93329ecd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aa93b01d-3151-408b-a92e-18f4fb4e3256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73a68943-03d2-4724-8a30-15da1dc4398b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b72abf94-965b-4293-9bd2-97d1f9b84d24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d169d9b7-61f7-4bb8-b383-bc38bb57503b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c096197a-3797-4bb6-a69a-d27e60be78f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fc3c1a30-a926-4eb9-828a-31f7893a19ba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48d4df54-00bc-4fe3-8c6c-7bfe9e34eb9a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22feb791-19d9-43be-abff-f23972433345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ea051d90-481d-438f-8d46-ade4894a7286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62472d93-66f7-4946-b9a0-1be5e8d801eb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614401f7-e721-4283-9bdd-e1eb82fafb23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9634d56f-3e33-4b37-abd3-6db3b43dba7d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5f7beb3f-bcab-43e0-b566-520cffb2c9b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06d82113-4468-4c82-a9be-b2d2dba3f87d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31c95eb7-428d-4ee2-81ff-fa8ea89ef4aa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a7379feb-9e8a-425d-bcd1-c222d7b5d7cb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ef60f06e-2620-44a8-81bf-71168599c6b4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d8e05694-2393-4282-8fe9-71b501d9c891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bc2dd0cc-4878-423c-a92b-018682db6d98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19244ac5-9520-4111-94cc-606a5a2eef85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765ebad4-3232-4465-a3de-3459379c370d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581ca3cc-b9bc-4fd8-967b-bbbd313e559a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b2ebadb4-75be-445f-a31b-ca0f828f162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0ecdbde3-6780-4623-8734-7e25f9cd0c8d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932dd4-fdfb-4a83-b307-f48bd014e4a2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a42a892a-1ca6-4c71-a720-484243155b92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e3e1916f-df5b-4abc-85c0-a37d3f0fdd08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7e9397b0-2b62-4f28-bd82-2da1d1ec63aa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5dbc0964-8c65-4659-8f8a-4fa4aa33359c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41956acc-f155-4a9b-a3db-3a6eb2fd6896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89116890-fc4d-4316-bf88-27ce54bfa304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09bf7d22-54a0-4132-afd5-79a7f8f5327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8411e5c9-ced5-4833-9eba-101731018c9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84c958f0-2883-49c2-bbe7-f841b18ac61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b47b5878-5fd2-4496-9732-cb9a239ad75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8e411a00-683e-4972-97ce-16e4340ba394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6d014700-79bf-4a3c-8ace-69369020b694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d4ad59c8-7989-4608-84e0-9cc699dc2714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544bd5e9-694f-4840-88d3-dff9ba9c155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4926a662-cb29-44a1-8661-8eaede498bd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7ca35b5b-0a05-4629-bb75-201824526cb2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17381104-6c74-4778-af2d-676bce884dd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9d4c0c74-a12c-4d58-b76d-e3b9ceba6faa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bce38a77-769a-480f-8ba5-00af5fb1a5e7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8dc3b1f9-a6bf-4227-a1cb-47a9880be9a8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3fb920ec-881f-41ff-b24e-58b99aa65953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394b6807-d55e-4078-b0f9-20ccd9542dfe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ecb266a8-a71c-41ff-a892-ef0c54442a85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c6e2b568-b129-49d7-a7a3-72a162f0402d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750b8bf5-5be3-42d5-be7e-7b05824bf4c7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4e7445d-7be5-48c5-91d5-46a77767961c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9ace9dda-6064-4b10-ba45-a22914cb6adb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eddc91d1-3f3c-40b2-baeb-53c0eb5423b5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c90b624b-5dfa-4115-a91b-6d572cdced80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60c6e9ce-0e25-482d-b577-11837171a934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0bdb76bf-377b-4228-937c-80c8124000a2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ad5e2be6-b4e4-487a-b8c5-7a10deaa37b1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63f45a8a-807d-4366-a67e-bce7d2c45cb7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80b9f6f7-0816-4e05-afb0-446b3ba9de9e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65764154-7543-4967-8780-eb41c5eaca56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a4012e8f-1f4a-4ba2-9f39-4da25cde14b7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737690ae-c6a7-4333-8771-93f6405e3b77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dd571cb4-a56c-4d3b-85a1-4cc0509e7db0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08d87fef-0ede-4032-8c5c-897659d59eb3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e085a1e7-71ad-440d-bae9-5360dea3d253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2051c94e-bc23-4845-a2df-581ae95a6e76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0daa57d0-e131-459b-9319-3d713e9f0b05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f419b58a-ce45-4667-93ae-a90d38c692d5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3f19f36-74f8-46ff-8164-34c379aca1fd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875966b5-e628-4d58-9716-5f920da26da6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582b4a8a-c5b8-47ca-bff5-60a710cc2124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5993288-379d-4c5c-bc1c-5c951a188bbe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2df73dc1-2e79-4568-83cd-c2dea0a176eb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f84b2b01-4075-4da4-8c2c-55cf6b22f621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5caea398-65ce-4afd-83e8-669b6a7850f8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d4609215-36b8-4da7-bfcc-2dae4f13ac65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76a6244b-ac14-4c39-b263-001b317fe860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0479b0dd-30ab-4553-a026-97a7a83dd452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97dc490e-5140-49f8-891a-c065fd9fbca7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af820a56-6fcb-40d3-964e-0868b85391d9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ccae7e6f-3df3-40a5-8864-1f3a555b8411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6f870d94-88aa-4841-b33a-2a137bd96d11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d9306679-c9c1-439c-9aef-6266d78b2d55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6e4a2350-f121-4b65-af65-6793825c276e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e6a92e22-9d95-4950-8c9a-c5e5ae8d9fc1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8360bc2c-a8d3-4eac-aa8d-df953bd60cf7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a0731cc6-5204-430a-9d68-da7efc6ad7ce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9bea8633-a824-4ee2-89d1-f41310dd323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5deaae1b-504d-4c96-ad23-ef1bdb618fd8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a3aa6356-6954-49ef-9cb4-5dd40e37f677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7c8d167a-4478-4af2-9bc3-66e5d5b19712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2847b181-9ce4-43f6-98e6-5d56a868a8ff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272be985-6d3b-4d49-803c-83dcc0631976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72caa765-e550-4770-bae5-7cf3d178e882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5abddb8a-0418-40e9-8b53-bd4e8414adbe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2d13449b-afda-4ab0-ab65-71bfa4c85a44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61d3301-495b-4f44-a5dd-7a39452deaab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ec82e42d-5f01-4f4a-8548-66135cb78ffe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7ae4865a-3833-45c0-91db-90d330d8bb31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a2f48d82-ed6f-437c-aa0d-69f56abd6451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e1ccb019-ab18-4fc4-98b3-4492da9e28a5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1c8052a4-930f-4f0b-b561-b34d8a150cac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1b2bcb4a-2b37-45ab-99c3-4ee2c806bc0b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821e6bd4-ff8a-4815-940e-05390869f18b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f76fa3a9-b008-4ac0-8131-001f66179710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6fd75cbf-817c-4fb1-93ba-a581041e94ad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8fa0478c-f398-448d-9c89-e648b08b9912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7c05e0fd-48a4-49c2-93c3-b2f737556c0a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2b2a4184-006c-46b6-999f-a8b1c1550226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67cb023-e2ed-44d2-9a5a-7fdfc001a5e9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ea526279-2639-47e9-86c2-9daa5ecf0219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586b882f-e1c1-4556-87f2-b7eed6649112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f7eb2903-477e-4c41-95a2-b8b0611a9159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308c716c-4bf8-4c52-a334-20efb085680f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0b68220b-ccb4-4f8a-94ae-9aa38994f53a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eb8c181-5ec6-4115-ac33-caa53578b04f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3ffc486f-cbdd-4f1f-994e-2bfe6064779f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d88017b6-02bb-461e-861c-b759997ae958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b8b83932-042f-4955-b2f7-ebaecfc3ecd9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db9a26da-6669-45dc-a544-9c75acdf25fd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774afa42-2835-4e45-9752-d0df5f80f12f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477d3ee8-0ed3-422c-9533-94a99538b595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97fd01d8-9c9d-4e72-8262-c0b81f5cc307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cf6ea492-fa12-4bd8-a109-944131ad7f27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dccd94ad-8ca6-4ece-88de-a5ae3961da8c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5e56c9f0-ea29-442c-94ea-24b755e5fc94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d369b616-216d-4516-8338-dabc8b5fa95d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a794b407-118c-49de-9aac-6c0e0ac5d338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2205a0bc-ffe4-400e-b1d5-fa90bb9077f8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917720db-3438-40d6-95be-daf4e46f249b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81690a0e-febe-4fe1-9be5-5cea81858089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dbfa033f-bdc7-42e1-81ad-372455a431f9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2d97ef0d-3523-46c9-b055-23a0bc58c5b7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6" name="3989f79f-83b1-4449-b048-eb1e32fe23e9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18675748-ac04-44b0-a693-9fbe763e5e8e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4fbd07ca-5216-4771-8623-96c1ba470fb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64bebb53-a71a-4afe-a863-ec002505c69c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ef9cdcf1-2beb-40da-a912-7de104b3853a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52aa5fce-76d9-48c4-a8a6-4bc769f07f36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2d36a3a8-afb5-4ff8-b08a-381559cfad6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05297290-1867-42b8-aa8b-b376b0c72166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d9410560-dca6-4b4e-9619-e2c378cdfd9f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5e31a255-2c9f-419d-9b86-7555b00c4043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ffc1982a-1261-4b76-a949-6dce6f0b2ad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071aa0a4-e835-44f5-bed7-96036fa9df80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b4c93f22-92ff-4727-99f2-ef4e22d5f66b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88668369-c6e4-49da-b412-b4fa1df3b6e6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51a4482a-8e24-41f6-a798-a674843d5227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b5194ee1-bccd-486e-a1f6-4655b11abea1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0b72ffb0-d43c-457e-8296-1aafd603b780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18127ece-b98e-462f-81d8-258667db77bd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ad3762c0-2355-4e81-8b19-525562f8cad4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d4701e64-4b82-47b4-9ba7-e36e14b90f5a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取代:舊密碼立即失效(實測)→ 輪替改用新帳號並行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2eb7cdd-e3a1-4013-8b7e-f3f1b1588fd8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13799cb9-260a-454f-8ded-17d2f25274cc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5d0011c4-110a-4bef-b4c9-bba3cd73c0d5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8e6448bf-7dc1-41d1-bd3b-515938a6972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962d9145-2e4d-4719-ac25-799bed0b790d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59f6faef-c3cc-43ec-82e2-3052eb6b0c57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06b79b3e-3b64-415c-9535-da5e4fdf6627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aea54e99-7169-4832-b966-bcaa8c9e84f3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49926eb7-1e25-4ff9-b018-c83b5d42e649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6ed15e59-6054-4e3a-a604-2eddc71ec277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2c95a5c8-9707-4ed7-9040-326d4a63298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619db2b0-2651-4ae4-8426-dbaf88aee351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8b708827-5999-48ca-b7cb-b1c3ced4ef82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72537832-a8d8-412d-9028-8ebe3f5c9af1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a60408f0-cf8b-48f6-81e0-c1837c544a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35d2d422-78f0-4648-b6aa-8a80b384b103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e7d156d3-dfc8-456f-96b7-81ecbcad1e6f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c2cf219b-faf7-43cb-be65-0aa8d724c9c1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f42c160a-7241-4032-acdb-e884153fde8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e3db4602-6b25-4e14-ba37-1d6aa1c853c4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6553ebd8-b743-4b1d-a038-c7d62e3fd610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62eb041b-dc8f-4b30-9172-a101554b03e5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f6fa0522-4763-4a05-be18-9759cbe4f2ff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891046ef-dee8-4891-97ac-a591a9c0ff2f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34db6970-423f-4794-98f0-af0457352401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581a3ee0-6a11-4a77-91f3-87b8d1acf37b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1b8d5d60-aa99-4324-aba9-9242700820b0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5637b380-ae70-489a-9a1a-70373d8d0b0f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4b52039c-df7e-4309-8e7e-8d8df62e4fc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ce5d1cea-82a8-4904-af6d-fb7966a2afdd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ebafff8e-5451-492d-914b-a26de0c597f0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46f92fc8-2bea-47ee-9eb2-a7198c05ba71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9e76d59e-2ee7-4d4a-8cde-7fe729618b4a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e66564f1-63dd-4a6d-91dc-9bb78e6dc02d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ca4cc5f4-ec88-4323-a570-86cea988828f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27b8fe5b-6412-48db-ae3c-79d687956ba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09f3358e-ccf9-4b5c-9f2c-97f2531aede3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7d6fa619-7fe4-45e0-842e-e4d2f2bd6ee3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a3b97ec7-30dc-4262-a236-fbb6194ce566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26b5c65f-2406-406b-8282-3cb01be5e90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47892586-e2d7-4fc2-b36a-d2bd0d522056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eacdb036-bbfd-4e7e-ab67-9dff21923ab2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afed9221-9ec0-4ff9-ae81-6b18178abb8d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f42cdfe8-1a42-4efd-823c-63eabc4429d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466a3b85-6850-443e-9ccd-acfa1dda8d3e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e0375ac5-9136-49a0-a8da-69676f1a0c8b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c918f511-0ef3-47ae-b12f-917fdecc1150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ea173322-8d9d-4f65-a6f8-1e6eb56e7885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c7cff905-3897-4b01-9533-ee5341ef48a7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3146f0d1-be9e-4ede-93cb-87160e7b08de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0b9cb98b-a754-4a38-8cfa-c3cef9852d32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194cd147-177b-46ae-8eca-de44d5e67a57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16043f9-b076-42a9-b646-0e08a657b1a2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5da3e18-da02-4590-920d-61bff39555ea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8b64bfa-3aa8-41b5-a791-6abd7775e9b7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0f3152fa-e242-4416-b724-fca7e5fb501f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fb2b8817-3a9d-41c8-88d3-000f9605445b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af7015f4-2cc4-42e4-a09d-0ddb75757bd4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56a4c7b4-51a0-4765-b949-e3f84d6e2721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aec044e8-8885-4557-9271-1254c14fb380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e9a0fad5-0339-4261-9cf1-b1a07b3ccd99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f2016dd9-6e67-40ce-9990-73f3b50e0ed9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0cef8917-f919-4788-b2e5-b9b67d21ba1e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6f257316-a933-41b6-9fac-03f6552c5ff7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5505d246-addc-4dde-a4ca-60b9245cf49c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6b79601d-f38b-4eb6-b453-2ef516bdf9f5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91bfa2e6-9117-47da-9d5e-ddb49229293d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c250d87c-9dd5-4b59-b2eb-204e0c0b57e9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069f9304-eef4-45e9-a5bc-12f6f68400ae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c5cece28-9040-4a51-bd33-72f936bc0335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77f83918-af37-46a2-a04a-837c9c4ebeb8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e71c408a-1a72-4b6d-b277-34f1ccbcba55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34124f58-a343-476f-9ade-7c4c3b3cc639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3fc1aca7-c53b-460c-a294-d62a84fa3b5d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9344a629-c9a1-4435-8ecc-2e010c1436fa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a621c528-febf-4649-9724-b13e7a08b47e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66e7143a-8776-42cd-a0af-0209e244084f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f5a236c1-9814-4f2c-a6be-719fcf70a929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62e70c6f-3efa-4a9f-9205-13ca0edfab7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fc43a5d8-2b52-4bb9-9049-0653efaac807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b5a18737-4bb3-4385-9de2-bbbf55117cc9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19c0cd92-3ae4-4bf2-8ca3-dbed8cac0477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fc8e7496-3455-4204-b6fc-6c5e26430dd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4053e494-389d-4f23-b2b9-471d37e939b1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271fe08c-8371-47b8-8d85-39e759046f69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a4c89c0f-3d39-4b32-b999-ff69f9e2ff55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5794ec43-3238-4017-9315-a81f81ecd9ee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5e6c351-1e5b-41fb-8f84-c12e93a25f14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3677395-44be-48d1-bdbe-cd14e5d857e3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874d528-a385-4427-8b26-74fdf57df17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a6accbfc-f527-456e-9e13-24429a2f0079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21066323-6104-4472-b20e-a0192febb062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83c39aa2-eeed-46e0-a3ab-f92a7a1768a5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2034d34-a57f-414c-8dcb-4907415a6b2a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839c8f8-0966-4623-8ceb-cb3d9fe3fa2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0b393682-0f31-4f58-bfbb-f606d51b363d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a2bb876c-78f3-4b7e-a9a4-faeba0a7b5ce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bf181db7-c346-4c20-a716-5c5f1342a50f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2806b50-802d-40d2-896c-ff899553c55b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7353ee70-d19f-45cc-8747-bf94fd13afb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053d07c1-4c90-49a3-a3b0-2feaabea6a45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9fcca8e0-161c-49e6-967c-bd968240ce7e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f7a2b5db-83ab-4343-bdf9-789a0bb1ce68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0a94926a-c151-4bb0-81c0-526fa207e924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e9d3d241-a104-4f0d-b173-0222e17a1211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4d8d804f-b3b1-4792-96b0-f1ab30efac60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458c1f3d-bbfb-4415-b881-edf3add354c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7d2ff073-748c-400e-bdda-1f41f248c0c4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c911451d-645e-42fb-836f-87f26e474637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cb1ac7a9-6d02-47e2-b205-0953ca18eeba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d7a78610-6970-4500-a565-a202af333cf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a3fe96ae-aa1a-4391-9a56-9f2372549ee3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92a69897-0fd3-4db6-bd92-f98cb870b2bf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b27a7dfd-7e13-4c2b-89b6-7b27d40dd14c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d7106c9-85b1-4b63-b39a-73ebd2ebf2cd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f419d4d4-bf16-4188-8ae9-63d1e03fa726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1d85e708-5d89-4561-a3bf-9f628e422fd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cd2ac327-a050-4d22-af21-fe39295d2454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500ce37a-e769-4975-983b-8000c791d39b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066d97e8-a9df-4107-a8e7-c73566d738ac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65975b41-1e47-41a3-bebb-dfdc771f8853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d1c54b50-8300-4d48-8f82-34d3a7c91d8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5e8feccd-29f9-476c-86e0-c92a64a02be2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2d08232a-8bfd-46c2-8741-24618c4c901a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12607543-dbc4-4ee7-bf9e-fd85389a0fe9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d4dd60a6-1390-4868-95dc-15e553cc3963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cd5b0448-d5c2-435e-8050-79f9513b4cd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7bf20eb2-df9f-4f22-a175-5da256b108a5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dc530642-fe4d-46cb-beb6-366c712e00a2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fa880ada-e834-4e5c-b0c2-c0c01b70e9e5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6e9ecc15-c511-4819-950b-04ae3092be96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2bff78f5-0b14-49e7-a212-9a5b72622797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a693ffa6-d5ca-4cea-829b-65fdbeb922be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899ce61f-684f-4ef9-a9d7-b3a4af4661a2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51caff43-0824-45ab-b752-b626a735c8ef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01060b69-407a-4b55-8f1a-02ac7cb6d15d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4f4eb3c-02dd-488c-822c-3458f91f2406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ea0d60b-a6b1-4d7f-9fbc-1e6efa9b6e7b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c21d5b2-a8ce-472f-a625-000d0646ec9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be5fd296-218a-4fd3-9536-0cc16dbeafb5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cb6a83f5-6d5a-4b0d-bd0d-99807832eaae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8a406ec9-16a6-4613-8e86-d594916f00fb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01fb0fe-4490-4ff7-97be-eba617036e16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a8ec2da1-4653-477b-8a4f-cb93aaa06d2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bd6f157c-e1da-4a44-84f2-69fe63fb1b47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02358e24-a8e8-4b70-882a-492b64374b0c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52cebbed-bd24-484e-a6d3-6dd414e2e634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f6d14269-ba08-433e-8936-d969d7ec4d9d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ea66b4ab-cd39-4881-aec5-a0d78aa0277a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64729950-229d-4fcd-b913-232bb0df73ba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31cf074a-f4b7-440f-9ef2-2d7e7816b00d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69fdf1cf-c127-4ca2-826e-8c7ebe130324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8319732a-b702-42f2-b2ad-8ff811c55323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562a219-185d-4f3b-afc1-490eaa8dc3c9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7c7a1501-b5c9-40cc-926f-3f1c66cacf3d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6095b884-2b2c-4ab9-bd32-09856187cb04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60be5e38-d524-4312-a006-908334c20df1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5457c429-1683-4457-b863-93d710527e8f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16f8bd54-aa19-4ba1-b838-683380c4068a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bec957b1-ab0b-4479-91e6-9957362c99bb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f86960f4-2157-44ef-8f2d-ea98882c9b22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731b86a1-c272-4c0b-b29e-1d0cf833dc07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22ad7170-02d3-41aa-915a-64af376d5fb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cb12f9c8-60c6-4007-9f8d-d3133067796f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2fd3e48a-c23a-492d-985b-c590ba8148f6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d982ee7e-18eb-4ae3-99aa-af5cdb09f47f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937d8c63-03c8-44ee-8d70-a07f65e725b6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5c57490b-6c44-43dc-8594-26c8b7a8fb3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6ab3095a-e738-4adf-99ef-d63b238306c0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1c625815-818e-40f1-8400-19d93c789092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3e09056d-0917-45bd-aed7-cf037b562f61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62f84bd3-4016-4e91-a203-c16ed7d1d073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43f7f4be-2138-4a12-ab35-d4c087d4a606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41520fec-2547-4660-b387-e50e5215e132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ef83116-7634-4091-a543-879d7d15a378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ceb43d1-aec4-4636-a3be-6245da3eda1e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b2ebf64-100a-4800-a1b0-116a0cb493f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3a39b557-b33d-453d-8ae5-4c78f3beab18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31d02a52-5fed-4bf1-b026-e85d342851de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b849e5a0-b79c-43ad-9bc8-2ac63c22fa52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cc8e9f00-5eac-43fe-9184-c9a011fc76bf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743c3827-33ec-4b13-ad18-4b391532e29f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ace20159-ee8e-42d2-bbf5-dc726384f4b0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9c057d4a-159b-43e7-8e91-b1e530ffae64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86359299-6a43-4c3d-8285-586191dd3113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d77d2261-9af2-453b-939d-f11770df8520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acde15e8-879b-403a-a817-cb3f6d0ab6c1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15502211-b71f-4035-8a3a-0d3f9c51bd7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c33207f2-51c7-4dd5-984d-af2699c9418d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7fe92914-3ad6-4dd4-83ca-b4fa8a64b83e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44c6fa8d-bae0-4507-b271-6a19a822c6e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ea3a03a7-0e7f-431d-8724-89a86fe0dee1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7e300fdf-5daf-4e56-9a58-424e0695bfd3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f2ce1efa-e67c-4a42-9086-b3018899a9b3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850699cf-acfc-422e-a610-ca80d15637e4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ea75fa11-5188-49e1-a192-3d268d5569b8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37792a28-e9e2-4e99-98dd-5f372dba34f7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8a16f047-f9c6-4ccd-bfa1-1ec248019eb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7f1cf192-4d5a-483a-94e6-814a3d06710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5e0aa40f-4656-4dab-880b-1dce0e96c682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7f93fe1c-31c8-447c-bf82-f98c11453242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4d7e9c68-dfcd-4ad9-8204-524e035ff1ab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a30f648c-feac-4094-ac4f-48d64b66b69a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23fe3280-0cc7-4d58-a78a-eedc31d73afa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db9a08f5-3560-44fc-bc87-a000ead57fb1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234fed79-adb1-489e-a970-573039e6a342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c51de888-9bab-49f3-968d-fce891565283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bf233c8a-2a56-40bd-944d-11601512a940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6baae8e-a290-4e3c-975b-4ff53b29315b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a47edb80-0104-40f9-aeea-c7711c1e4ebb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f975256a-29c1-42c1-b423-e4a2373e03e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9e1325e4-68a2-4e38-bb68-42e7dd37877c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20ca3c6e-e1b5-4e10-9aba-10dbc35c68b2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b1a7060a-8605-4996-ad55-fba58a71cf52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06b54acf-6a88-499c-86be-3a9fc2086317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cd320ada-1d08-4335-ad12-4e08600adcea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e262dc24-731c-4f63-9e51-7e087f9b0557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3d9d4a77-ac84-4146-8054-3eb2c3185105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3412ff18-9693-4ce2-bc75-145bec53cf41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15ce2e4c-8474-4a24-8e4a-916cf7e6a909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e6fe64d2-dfdf-44fd-9fc1-1e40bfee7822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6cfb1765-9921-44bf-9a70-291bcb5aa7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65106775-a2ed-48be-bf35-cbbda3ac9f72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014bee0f-15fc-4889-8f3a-af7224202f2b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82644d26-7088-45cd-9654-8d48fc7663b1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bb66965b-8730-454d-8941-03dc852291a6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eb5a9672-ee9b-4168-b6f9-489f65be10c5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df245377-0fa3-4ce3-9257-50e36257d1d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157e0a86-7c65-4af7-b0e0-35851aa19388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6e2b10e8-e839-4d05-9055-ef08f2079708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d67db90d-70a0-47ed-ba30-f6009106a4e0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56f8feee-2f2a-4415-a04c-2bd687c40ace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4e3043a9-de8f-434f-8832-2bdaf015276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794b7fd4-74b0-4140-a817-89c2e4f2f0aa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2f18e2f1-b047-4598-a530-816f746a8beb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fdd88dcb-84ce-4d21-ada3-77f6c0316ffa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b2206d0c-a59d-4b6e-9603-4e6dc2b55956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9af1240d-2c9f-4640-bcbb-c9b134b0645b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4ec7ad4f-3ab3-4bc5-9241-89c782e8c883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0d578a5b-17c5-409b-b760-d225b7eed37e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7f073760-8a75-42e3-994a-c28dda92f24e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37f95629-82ed-45ce-88ec-ae67b6046ee1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4fa9c31a-3405-4cb7-95a6-fee9d311812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37831f47-2d7b-4249-96d4-b9f60058654a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51f0cdf-23f0-4bba-80eb-d6d6b4c53b31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a75c32c-bb34-4773-9b54-3b0ad718ccad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1c63067-29a0-45ee-8a87-94213480e892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e588a6fe-a130-467b-ba24-2fdbb558562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2df42958-c9f9-4764-a608-ceb950cd4f7c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a4256584-0413-40bd-b977-889a5f628fc4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5ea17dba-2462-4a15-bf96-5402654f817e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f53a1fbe-6b9b-4001-8331-498c038c801b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590f1ce7-c34d-4dd2-bc7f-39e184a4a062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f46cefd8-4023-4d82-96d5-8c0d9d1d43b1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4e85232b-18f6-494b-90c4-2be32bb7817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dd18d809-8273-407b-ab20-367ee2aedfa0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a47a8491-89e9-4af2-ac7d-3c083b4c9e69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6e7bb7f1-6a4c-4c6a-8670-cab5188eb16a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e3b3959b-9b18-449c-91ea-955b58b42c4d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b5d6734e-ca98-42d0-9be8-d66acb98c5eb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4f82d022-f98b-447f-b882-ffb1abc7aa9c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d5706c1c-6ae6-469b-827f-139b292b4a6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0c85281e-91aa-4588-89ad-66d82fe444a1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cf1cd981-83b8-4a9b-a3c8-887b0cf4dd43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d1cb368a-52b4-4f3a-bc92-949b1d578004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b4e46f69-04ad-43a3-b97f-499e8fab9e5c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551af765-444b-4ee9-aad3-985d77abe8a9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03b1c66b-1569-4788-bc7d-c960c12a396e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b2b520ca-42f3-4e5c-b4dc-b52c23b5d0a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3122b102-7e4e-4923-bfa9-7ef51b095a66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ab0a08a8-54fd-43f7-9010-789d2d71ee59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bf50dbb5-6736-4fc3-b806-b84bd42d2a0b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38e7db90-18b1-4086-8d70-0de91b6e0fa4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4b96c3b7-e7a1-4981-a0d7-1f3020da2e4b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87e1461c-1c40-49da-8188-ffa5bddda576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3f5d85fe-79d4-4809-ad2d-3ea5f519469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5052eed6-8fce-48a0-8726-cad971417fbf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cba35881-823e-4690-a8be-a5b55b99360c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3740da5e-e5c2-456f-90b1-a8b5d6580524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b3652f7e-d91e-4dcc-8fbd-ac1da2c5e3f8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c35ffa70-9316-4740-9af9-f8dbc667800f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a18c2966-0d42-43e2-8820-c64be45a873e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30684c29-383d-4539-96cd-08ee9eb1347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db4137f5-de4e-4c9d-9b40-8e5fe060de88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2fbcdfc7-7055-476c-84ab-53096a87d4b8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a29d3616-19ff-455a-8740-4fbde4e54b62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82d15b4b-98b7-4907-a638-34796f53f145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a2caaac2-17f1-43d9-9a00-869512b8c450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9e9f067-2e4e-4798-a8fa-35e80d915800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35c462ed-0034-4b4a-9c35-fe17cc082779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3b85a65b-1410-4f7c-b2f3-4e01d9b27c3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bc33922e-ec27-45b2-8bdf-b25b6b8c886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8132dcdc-3018-4129-8f8b-0bb13738d3bd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d2be2396-e240-4f8d-8f43-72634f7f4259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5c9f384e-c025-4c47-8cba-e82e9df6f55a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3a8a3f55-c2f5-446e-9b17-cd90fc6151a8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4c04135b-67f8-4ef3-9d2e-e810cbe7a2f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bad4d8f8-d6d4-4210-a8e6-c48411a195a7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801c2b12-4a04-40bc-81fe-b1bf3b59961f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9694be0b-dee4-452d-86f7-e5eb7e8b0f56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262cfd70-1041-49d5-9da4-caf39aab68ad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d8aae58a-bc4b-4ced-b8a4-75fd19f98b61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66fd5f62-9f1b-49c7-9115-df08b77cf69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f71618e0-432a-4f90-9ee7-65c8895a40da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b8bf141e-e2c0-4244-a4d1-3902a152204d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46561ef6-fade-4ecb-a41c-d67812dcec7b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1ea80301-0063-47f0-9d4a-c1c05bd0afb5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41305c64-bdd6-4cf9-a4f6-9e8f49c74e0e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7cbf2a5f-27e0-4765-991e-8cb76368704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c3ac7975-81cd-4ff4-9260-715d5b92a39d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c27b1938-0dc2-46ca-8496-4430c4e4b069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80094e3f-b5db-4cbf-8ca8-b8a3c955db19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92f62a63-6194-495d-939a-fc84d20fe008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bc29c057-ea2f-4139-846d-b5ed18c01c45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496fa7b6-34fd-4c8a-a30c-6f1b51f909c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aaa39c40-f3ca-4eb8-a576-993116480c06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a2ca1bc5-7d87-40cc-aa76-edb72c975657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f5b4fc23-97af-4817-8345-620374edcbcf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d5f17897-d7a5-4596-832f-0080a82c075e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0bf81705-e4bd-40f6-8cf8-db626d0b66f9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1ac9b5a7-3084-454e-8fad-55feba9980f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8aabe684-49af-4473-abbd-543afd43bf35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4d5206ea-7478-4a38-941d-8950d47f2a38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d4c42abe-738b-47d6-8e3f-2bc859fb19b5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7399a9d-ccb1-45ab-aef9-7a750ccbe306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1dfe885d-2b84-42ec-b1c7-6c61be224229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820619c2-0c7b-4ab3-8bae-879117ff251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358be6aa-2550-43fa-8e34-051407b9367b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4da8108e-497c-4a51-a857-d5dca987a573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d528e27f-f88f-410f-977e-dad01cd5016b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2dbd1231-ea5c-4f3b-8db0-9d99a501ca59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bcf5b0f2-6acb-4b37-a0c0-6e225e542abd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6828d8d3-4811-406d-b0f3-90b726bf930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89e2cbb7-0954-4d98-937f-c6fce0df8035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d9fd8e4a-dc39-46ff-b47b-3b24bdb9c714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9eaec811-efef-457c-9a61-ffe3f212afe6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faa604e1-3af4-4e29-9ab9-88dda0720a0e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01ab11e8-1481-41d0-a8f9-5adadb5c40df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ca9f3326-a6a4-4355-a1ee-148f62a2c9c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94e32ac7-875b-4da0-ba9c-a02d4dacefda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192a25cd-4844-49a5-ae40-2233b42484ec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7ad15fee-1ac1-4150-997a-b395af60651d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0ae01ca2-cc6f-4af8-a9dc-2f7ae6c8c67c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90a1400-6dac-4c4d-8a1d-8491fe4a24be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46e56145-69e4-466d-ab4f-8523369c1d75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7c59b7a9-e2c7-48df-ac57-275e8545948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23315f49-fd36-433c-80c0-cd03f03241fa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47d05189-a07d-4abe-a42b-70cffcf64218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599b81d0-bf70-4cb0-a46c-26ef00935c1a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9d29769-a94e-4a77-b814-e66a35e47fa1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a16e7816-dc09-4846-a811-239b924307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31814f41-4e2d-409e-87ac-5ca886eee124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2b18cc9e-58c2-4974-a340-71076c0ad7c2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05cff805-d538-473d-90d8-ad5834e8af4a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4474f08-4246-46df-a021-52a53eca6202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08e08ee-9489-4569-b76e-216ae306edbd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143454e4-4ccf-4e42-983f-13660fc33b59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1c2a46dc-bc8e-4a47-8c8c-c30e7858487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66054823-2acb-4a74-a2c7-adf1c1bde6a8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ca94d0cc-f14f-432d-900c-3909adc36082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2c42caff-cce8-4393-8ea5-1413cd4046cc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bc234d93-4246-473a-b60e-3466d0edae6a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fafdc672-ba02-40e5-8b88-2e3690fa131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956753aa-a64b-4751-abfa-c67ad46debcd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1b674b03-67a8-4fb2-81c7-e5bc84e56a16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de7e4ca9-d37d-4039-abf8-0bb2584d4a52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7ad7f34e-5705-417f-9c81-b0940a20f3d9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ec1b982d-b38e-45ca-9bfd-4cd713022f4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ca3020b8-49cc-40fd-9331-974313415a06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b2d5b9c2-45ed-489d-9f94-ca914a75819c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00ab7fb8-cf44-486c-bed1-b25bec86551a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08dd0c6c-fa3a-46d8-b7fa-881c25846003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564bd839-1f7c-4b66-88fa-784cc77f952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60ccbc27-799d-4383-abfd-cac2eaa080e5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cca71089-09e5-46d6-a533-a82d2da65782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3e80e6f-8975-4e00-b0f4-806a2437aafb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4b471061-af19-44d6-9a4e-c999eba0de29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ac801c62-b6ff-4730-8b98-eb7f57818c1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5a27f0b9-ee1b-4aff-af46-cd96fde87012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632cea4a-d3c3-4e90-95e7-aeb301e713f7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66c68673-f660-46e8-bb74-1b86fe817280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25730313-6b07-46ec-8ecb-04246b71c961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200c7e80-dbcb-49c2-8e09-ffba09b101e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9e1f6d9c-3037-4f7f-93e5-6c136ef9c0ef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2f8622f3-aef2-48fa-afff-e3d0e332e2b2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7dfea18e-2562-4492-9636-abef376430b3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c6a097da-df84-4b64-a456-5bd8cf4b537d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ff2d9969-782c-4efa-b19f-47d86a1fb235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6decbebb-a258-43a0-94bc-7a8cd9e6aed4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0729e060-0287-4c8c-a2d7-f8d18b6f59ab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8239f037-b432-4dfd-ab62-c168b330319f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e9466e5f-fe27-4443-b222-6842fef168e0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fd2e0ebf-5cc3-4d73-a695-a4ed3e7c42e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a1b6e058-744e-493d-b615-798141199b81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858c8342-e46c-46f0-b991-cb22a0190f5e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9be0ae8-c525-4dae-b149-4f45e7260d62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efbfaf1-db23-4547-b138-270b41905017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7349340-9048-4bda-b74e-9d9be5db98b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468bca76-a7ce-4208-b3e5-618ff3ca92fc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8939c8e1-c628-4f81-8465-866fe01c91d9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2c618a29-6d97-4c67-a7ed-2077e02e22c6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d6bfd5cc-351c-441e-8d98-d12d1181b275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5cc9cdfc-d05e-4043-a3cd-3c00f860384f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e6193391-5124-4ca6-9f7a-f2b4c073b4d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7c0e358e-b909-42d9-aaf2-f7a61b3732e8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2d91b850-75b6-46ed-b605-b02599acb104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d2892472-80fc-4c49-9b6e-ddfc6299b139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e3068919-bc95-4b65-9ec6-591f6d361cbd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d3d563cf-8d1b-4c50-99d5-8794828a40a6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2cd324ac-4307-4705-af03-63dbc924c2c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d532e892-d68e-4974-b42f-89664f0b3fdc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f9262ed5-b664-4212-a703-acc6bfc0eb65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de00b3fc-d9e4-4a8b-be66-dc0aa5ab5575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