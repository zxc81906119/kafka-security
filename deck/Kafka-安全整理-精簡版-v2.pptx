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應用系統、C3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85cd1d8f-aba6-46e1-ab56-341a17a0a9c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566160"/>
                <a:gridCol w="231343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綁在帳號上,只開放自己的 topic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使用者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群組對應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內部帳號;C3 與 REST Proxy 用 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user;元件依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內與設定檔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2b91dea1-98fa-461e-820f-7639136abef4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SCRAM 帳號認證;RBAC 綁在帳號上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98c4ab86-51c8-4025-a8da-895b0d2263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每個應用系統一個 SCRAM 帳號;帳號與密碼存在 Kafka 內,不放 LDAP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直接綁在這個帳號上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讀資料:DeveloperRead;寫資料:DeveloperWrite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只開放自己的 topic 與 consumer group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連線,用 client 憑證認證;RBAC 綁在憑證的名稱上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新系統上線時,在 Kafka 內建帳號並綁 role;密碼定期更換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e32ca992-f667-4401-b29f-2db24a211a1a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密碼不會自動到期,要放密碼庫並定期更換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LDAP 帳號認證;LDAP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68e14360-b058-4124-b376-1e887b4023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LDAP 帳號認證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LDAP 群組對應 RBAC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帳號與群組都在 LDAP;人員異動只改 LDAP 群組,Kafka 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54d34e87-9b39-4a15-97a5-64bfc558911c"/>
          <p:cNvSpPr/>
          <p:nvPr/>
        </p:nvSpPr>
        <p:spPr>
          <a:xfrm>
            <a:off x="548640" y="3314165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350" dirty="0"/>
          </a:p>
        </p:txBody>
      </p:sp>
      <p:graphicFrame>
        <p:nvGraphicFramePr>
          <p:cNvPr id="7" name="9242a1ef-46f3-4d99-b683-51a00e931cf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6594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69087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檢視授權設定、管理 audit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元件之間用內部帳號或 client 憑證;全部走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88b032c7-834e-478a-82f8-a95019db9c8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023360"/>
                <a:gridCol w="31363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LDAP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2c00e66a-b6ff-4301-8e66-656acb010653"/>
          <p:cNvSpPr/>
          <p:nvPr/>
        </p:nvSpPr>
        <p:spPr>
          <a:xfrm>
            <a:off x="548640" y="473964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sz="1300" dirty="0"/>
          </a:p>
        </p:txBody>
      </p:sp>
      <p:sp>
        <p:nvSpPr>
          <p:cNvPr id="4" name="b1aa3407-3a1a-4ddb-80d0-77db20dfda3a"/>
          <p:cNvSpPr/>
          <p:nvPr/>
        </p:nvSpPr>
        <p:spPr>
          <a:xfrm>
            <a:off x="548640" y="526570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帳號管理:建置時設定一次;之後只有更換密碼與憑證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需要準備的事項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依三個對象整理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7b0e5ca6-a7b1-4c43-83ff-17c6be4a47d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65176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用在哪個對象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用來查詢使用者與群組;不用真人帳號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LDAP 群組並放入成員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依建議的 RBAC 群組;高權限群組先保持空的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一組 server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憑證上的名稱要涵蓋所有元件的主機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的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的系統也各需要一張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各自讀寫哪些 topic 與 consumer group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應用系統、C3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有規範才能依名稱的開頭一次授權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