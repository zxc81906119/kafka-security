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預設做法是同帳號直接改密碼(見上一頁):client 只改密碼,role binding 不動,缺點是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都要改帳號名稱並重啟,不建議作為日常輪替。官方:CFK 認證管理文件對內部帳號與 MDS 的 LDAP bind 帳號的輪替使用新舊並行(新增新帳號、全部元件換好才移除舊的),該文件沒有涵蓋 SCRAM;Apache Kafka 與 Confluent 的 SCRAM 文件都沒有說明密碼輪替流程,所以本頁兩種做法是依實測與客戶條件做的選擇。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d9c104ff-4f4e-4753-86f7-1550ad7fc67f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9847e21-4093-4e55-bc77-2422727574b0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d04e434e-d4f4-4d9d-a77d-3889fe951f1d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481274c-a977-40dd-81fb-f1feb776c55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cb1f786c-d453-4683-8322-f8a3e015293b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1ff4e3aa-2ddd-4bab-9c7c-e37d9d52bc06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4e396602-61df-4c30-a0c7-4fbbf12ec3ad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3f12b87-be3d-4ca5-b5eb-039c46c3909f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5bacaae2-dd50-4a12-b0e4-2202d696aea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b3b1765b-502a-49e3-9860-954bcb5bdd59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d469c251-2cbb-442c-bbb3-6024c7b9013c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fa30da83-afda-49d3-b213-dcef4bbb1518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50d75ce8-4c50-42a2-808f-4cfa6916df26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d3a7d1f7-1399-4e24-9f41-37385434983e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34582f71-7c6e-43a6-a5c6-256098c18d0e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9ef9034c-a8f6-4dff-9818-6b6056b312de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753bb6c7-0c27-4f06-8cbd-daf2d03912be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675406ca-06f4-4cf5-bc2b-d8617b2a37af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00406be3-cfb5-4f62-86b8-9faafa2d6d0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3edf30f0-c500-47b6-8ab2-377234b49ed3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727f162b-a4fa-44e4-93e9-814f709ccbb0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73dc1f3b-f59a-4ce1-aafc-8283a638c507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c2fabbd-99dc-45d2-a94b-bef709e1c9fa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62cc3ea8-0f3d-44b4-899f-41fed978d146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f3f27f7d-7f27-41eb-8a1a-2e34d40e22ad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4eba52ca-ea47-40a5-85fb-dccdb88b5869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469422f1-4a59-4122-a6df-002167879bb8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f1b9162-c140-438e-a0bb-3ee95fb71363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e2a024f7-d7b9-4675-9f5a-13ddd4a3ddf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781a27f0-fe6c-4071-b02c-ab86e9eaa7c6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4677722f-7882-4d06-b4c1-e4c6eb619e41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27c5f25-8f3f-48de-ab48-f893e270aacc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9adbd28-8aa7-4ef0-8c81-ad8b1c03e482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30de84e-e60b-4d33-8435-2b8dfd82fb0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701c1355-807a-4861-8388-c052977f18bc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4b714509-96ff-4887-b161-0b4e57e3e51c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0a5e5d06-9ad5-4021-896c-e20d85c0e21a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f281e471-c0fa-458f-89da-e1aad9b39716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dcb5b127-3a72-407c-b567-1b864068612e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685343d9-04ab-45b3-8f36-c19a3c5c490e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759cfaf4-99fd-499d-9306-88b66f98c982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c0170dd6-38df-4bb6-b14d-b39a7dd82329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404bc811-5754-4129-9dec-2e166c262ebc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0e508ac6-c51a-4113-abac-ad337423adb8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aaeec25d-56a7-4d82-b6cd-efefa18f2852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4af8c1c6-45e0-4955-8cbc-13e9e3dd5c6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fb00668e-9d19-4cf4-9fc9-27268689224c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b0357c6b-9777-4542-ba94-8d2318d62951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eef24f87-c2e6-492d-bab2-5d3194afd721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ab339223-293a-409e-8e09-d6a5472ffed7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ae14396e-ee39-4c87-823d-2c8f6a098dca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4d4dc62a-c5a7-4e80-af3b-a38e7e69f599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4b2adc4-8ab6-4ca9-931d-2f779a5f7fc3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6b4a27b-412d-4e4d-974d-78d4a5bb3dbc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722bc6e1-5769-4a08-b2b7-59e72e8ef0e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4e139966-0ae6-4b2d-96b5-459de7ad3294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ea4a67a3-e80d-4bdb-8f1c-6039c8ea6c85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85ba4302-64ac-4c8b-bed9-cb84c96886dd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a3068b06-44ec-4d7d-ba7d-333636b9131a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748d6fbb-4887-44d6-82fd-9ced15ec5a9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bcb4a14f-6437-4bcf-a960-54c908eaac2c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d8d2adef-4509-4dfe-b463-dacf5eedea73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a525b2c2-101b-46bd-b8c8-c9709f9d95d8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a65d74c2-a698-48bf-9424-da6c905c85dc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7d670db9-e75d-4cd5-bee5-9850081d587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199830fc-126c-46bb-84b9-ccd5b886a98e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e03757b3-0881-47cd-92ec-4bf4e1b44d38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35780047-c448-411d-ac63-24809f526fc7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ae1bcb08-0043-45d4-b112-eb493211b6b1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1ecd5ec4-ade2-4997-a3f9-eaef5d090ab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e81356c5-5e20-4a5a-aa84-6677c7379aa7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0e604137-38e9-4f39-bc6b-c57513a643bb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61c08e6b-4001-4242-8da8-f32e72a38d93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6145f8c6-ca09-46d1-bd2b-a0b116502ea1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2e6848b8-f35b-432b-b58a-a0c26879304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0ac23eb7-c31a-4bb8-9f00-9becd87eb385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d7f92d8f-d507-4a50-a8a9-eb422e64f516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97ba68d5-2e72-452e-a5b8-6cce8908c480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d3118a91-f1a4-466a-a1a5-de112c4daa7f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b3103d4c-9b01-4a0f-8487-f4805ebf385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84815302-c9f5-4891-b68d-cf9728bf0764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65728ba6-a874-4669-a2ac-fd20d3e285e9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9e25aef1-85de-4ec1-bdfd-6fbe161034bd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a4d325f0-b983-4e4d-8c7c-094af87583b6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e537c0d8-a430-4434-a128-28302242358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63491e59-b4d8-4e85-81c3-68631da17d5f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8f8c9542-17c8-4b92-bf4f-54a1a87546f6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557cde1a-65b0-4cd7-ba16-d95e464227d0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e38ed414-0796-444a-918c-c5ec9bf13f0a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3af58136-5289-4b7e-800b-34d70a478f4c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c48dc9a4-6214-424f-9440-ee4ddeaf108a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5e143874-71e9-48aa-a13d-0bb3a418d062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0a0cde72-0d1d-4fcc-8878-fed2e36ded95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ad3caee3-a187-4838-8e02-489ee66ce54e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8e42816a-bb48-47ae-8fc0-a0cc14bdb9d4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fc903f2e-faaf-4f41-a866-86c49abe00cd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2baf4b51-6af8-40cc-b6bb-2e2fffe79f27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a73b8d3-6e7c-417a-918c-b7b85a0e2cc5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c2081ffb-57c7-4ac6-8087-6d14587926c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1700e81b-ee7e-4e9a-9ece-548cfcc1c649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e977cc15-36c4-409b-8c22-d6327c00b5f7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e88e431f-1918-48ce-965f-fa16797a4bb4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ced23b7a-14c9-44ee-bab1-691ceefedbd0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bfc8d601-78ef-4720-a587-23cc7d308781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c1c5c597-cb3b-4032-91cb-e6ab4c1b9a4f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af0cd0a9-ccd7-46df-98fc-1aeb869a8ea6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8635a4db-16e1-4cec-8eb9-43593bc7b4f3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ab05c025-5f0f-4611-b959-a29b27a1fef3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a2d95ddb-476c-4712-961d-2d0b0fd718c7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349a6cba-418a-4c5f-8788-e71807939e7c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b1c73e44-a961-4a19-b651-374220d3fa73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01305dca-79ea-4793-a976-c488ab9302cc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f5f6dd99-0f78-4eb6-a6ce-3f62df9486b3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8d101afa-0077-40a7-b1c2-7eeb75b4cc4f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f8d561a3-c4db-4cb0-98ef-1f17b98666c2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d3f94ad4-318e-43be-bc00-df2cf0902bb6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3285afa8-9f14-4fce-a816-76ae3c849a88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8d000e26-7cbd-45ff-a72d-23c453a82ea4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9f78964e-5995-46da-8d4e-8a7fd51e83ae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0f54b981-435c-47ce-b424-0ca3f3563997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93fab06b-7b21-4f04-8750-eb41b3c9e5eb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074b8052-5e57-44d9-ae6d-eac97ac1bb4b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3c6f5e5b-4dde-47e1-bb61-eba4e66f5213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eafd758b-0692-4380-a990-00eefd213a8c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3fd62b06-efc0-4592-849c-024cdfd92dd7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fb22a0ad-3b3c-4a6f-bcea-f508ec2a0de6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046315c-b5fc-43ba-be8d-f1f1b4f12689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01445a00-045d-41a3-bad9-f83f1d34057e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d61b130-b679-4eee-a5d2-2765b1f97d7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36199e38-4147-426a-b220-4d0eb37e1821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17a93d5e-06b2-4b75-b12b-14bf2912577f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948d11b0-caca-4b43-96de-15f9b2d83a7d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3c49b7be-ce73-42a9-a34c-d83831007587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1f07d080-80c0-4163-acb9-c00911a937da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bc5314b9-14ca-46b1-b3ac-ab3787de38af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e5f3b997-327b-49e6-a7f1-de29adf64f90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013fcdff-969e-441d-b644-bec549ce0c35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16ebf528-4e98-41ef-9584-50e857bb8414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c2b6545-5ee1-4f4c-bc07-d33adc07e59d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b4b67a06-e1ce-4d06-b24c-cdad19bced0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e4e4314e-eb4c-4a5f-9f13-3e2cede73f79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ee1bb05f-c900-4c3d-96f6-d2cf67030e9a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20df4528-23c6-442b-97d7-03ea6c40808c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7a3f5690-b592-460c-a191-cf679cf40daa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2b559213-9ff6-4475-b1e4-14c11f6a0575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89d8acb2-2625-4c0a-9311-2b95d8daf684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e2e012c0-1fb0-4372-98c3-9309601f96df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0918ef9d-c01b-4b0e-8c86-aa98483c53f5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0d273cf4-ef32-476b-9ab4-436443890004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b363e890-798d-437e-b52a-abeca20e38a2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32411522-2872-4f32-9994-64535967b0d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253c2844-2da0-4e2a-9a88-590d94f137e3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65bca941-33a6-4a53-a218-53f6cde0ba03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807b69e6-2c08-408c-adc3-89d19eeb2d6c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33df4a04-d8be-4bf7-84b9-e55fe31fa208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5bf57417-85cc-41fc-8087-538fb54ff98a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027514e4-844c-4c88-81c0-308d7484d06b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5796dc61-3587-45c6-a0f9-0d3f83cf179a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97b93304-0c2f-4fcc-8b61-6f8dac6ebc50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cb88ed57-0f8b-459d-9f4c-b5a0e77c5baa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cd3d72c2-fd6c-4a69-b19c-e8e0011abac4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039ac554-50ed-46dd-b7dd-3cea86f379ec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8ae4b3d1-d3d2-45e7-b3e0-12ad039e87df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cac3f905-3738-41d6-90c5-a0f5ea219fc8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e9765ed-95c7-4d9a-869a-a416b3dd6179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49815322-c5dd-44a3-a30c-cacf07437fde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98b12858-71b1-4438-940a-709f1510172c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969fb431-2c8c-4690-ab58-7cbed42f9933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7ba01f13-49c3-4678-b801-7a9ecb4d56ac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b09247cf-5203-44aa-83a4-8317639b98f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18559d31-a35f-436b-97a1-8f369d9c6065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282c382e-7ee5-4803-a5a2-48c06546137b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946042ee-2df5-4ee5-b411-accb3fb7aa01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a9e59d6c-2368-4188-ae4b-202ebe66e0ba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c7bd7d26-7bcf-4b93-bfef-65aefb3c53b5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9eb47848-97a1-4b20-8aa9-3290e5fa7818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d48adb0d-63a2-4f53-84a2-53d91f77a11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4f5da77e-163d-4571-a532-f87e82e20ea3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7944aef0-5406-4ffb-8a12-93da618ab7cb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8ffbe4ca-e422-492d-95eb-893ec737629b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6a81e7ad-187b-4542-916a-90a9e94cfc8c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76b6a168-9f1f-4c3d-852d-7c65b302b86f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8cea1d51-09ae-4806-987e-0c26dc1a2f56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a775753e-1765-4356-a290-e8adca25295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793f559a-c65e-4483-ba43-87e93ce11863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f00408b4-3069-45d5-8461-98c68d7c0f45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4643b77d-76b5-4446-a95b-dafd23087aa4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cb45526f-0fc7-461e-a32c-d5b9e07f5b1c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ac14a59d-726f-4a5d-b7dc-64d571674da2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055b116d-e6be-4a18-b7bb-9250a419fcb0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a31f1fdc-ec7d-4d44-80c8-25db1f218ba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6788b705-1cce-4c60-89d9-f838fec352cc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f867f37e-2642-40bb-a145-89c9be8333ae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b6da68b9-4911-43fd-8527-3d7c114dd95b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9e210307-5ace-4f7d-a133-6248850c4ad7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5dad9fc9-34a0-4323-991e-7e661dabeac5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18cc6439-5fa4-43af-b868-ad2e6e562003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f12b71c2-f7b3-4078-8b2c-86a93e8dd82c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1f47dcea-a0ec-4bf4-8c08-7d0ca212eb74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115dfd93-cc8c-4e32-9959-79ae2935d5d8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269b2663-61b5-48b7-ad99-4e4a4889a392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25b4a9a0-4fb4-4ce7-9bb8-dacd64b7f74a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9a76ccef-ee8b-4e85-843a-8006c9fedfa2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6660cf51-ab85-4151-a068-1deaa748608b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94eff044-c7b0-43ca-b3c9-23ffbe3dcad7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f5f1d37-90e5-4d51-b5b0-bb482a733709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6b82ef5-3c86-499c-b86e-c4432ea2a0a8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13dfc2c0-a136-4233-8b02-a3c6f81bf2b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0abe0b8f-7bbf-47c5-9537-b8db04b89de5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6c9da5be-638e-4df2-8c65-1d09dee6941f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f669dae2-98dd-4ebc-8250-ca9ac5f413ed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62da6fe3-3398-483a-9dd9-dbe13cd74e8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d2aa1d64-8b50-49d7-8d90-139dff14e87c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cc646f9e-1e53-4345-b06f-a91f9010165e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17bc3bcb-833a-4d71-8d3a-9a4b3825445d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355855a8-c3d7-4ebc-b2c4-31b86425d0a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89d5ef8e-8c6d-4be1-9be5-f383cd13cb38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1647563b-5445-439a-8ea5-0df8ed0ca6c1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bb6db5e9-bcfe-4ccb-a9d4-ffff06521ba2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476e69ef-b34f-4e05-8e69-65155a183f09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22d17729-15ac-49a3-9ec9-b9acbb7b8e04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e3fb05c3-6da5-4631-8777-5c0b9df81ddf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71637b58-8207-45e0-930a-ae53f49551a4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9c06e8aa-9b7e-4408-894f-90e2abbd1b91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1769e3c8-3090-44ed-8a1d-e96f9c8b981e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9893ac1e-d03d-4771-afbe-6e412bd48e3e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7bfc24c5-5146-4e4d-9a55-861ffae4e74b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312bb855-83a6-4409-a8e5-b8650fa8ee29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a73a8139-9351-4b30-bf93-0865b5e6f3d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8e00bf3a-5fd1-4dc9-a013-cf12180e0d12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4121a171-a255-44e6-a141-d3be87e16034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bfd70f1e-d8d0-4bee-9f9a-385ea484f4c5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3e594dfd-77ce-4e37-b34f-04fbd9f8b69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3de87e21-e6b7-4e16-a019-1a1619a517a6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4be5a82d-5596-4adb-ab23-9b0fe14a8eda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fcfbb10-2eee-4ca6-9727-0da42a0c4b69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f0dde18-29f2-4c87-bdfb-1ff9a99f23b3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02210d4f-c5fc-4b03-935a-8d9d8f080f1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8b8d56e5-98f2-4359-b8d4-874c1c8343f8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b16ba7ae-991a-4e3f-ab04-149c3ae8307b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08c5f94a-926f-4366-9a8d-ab4713ca8c09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567f9205-f943-4ef1-8c36-0bd2ea84c7da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043c7b3b-f9d5-412e-83af-94ffe21039da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541239da-6460-47d3-b142-b0c29c97d14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05207eef-2bb3-4072-ad44-60ef2d1de7ba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7b1d9f7f-4013-489d-b730-a45b7d3ff366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0568a8e9-01f4-47c8-b821-f076ef2ac8b5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fb880199-32b4-4217-98b1-524fdecbd904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60c27508-8f8f-4c2a-b6ab-da76ec2e769f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26d00dba-a943-4ebb-942c-e4546d82aabc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9e09b381-5750-4e81-85c7-96a5f7aa0cc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60059bf3-3bb6-41f4-9ac3-82a8b629fbf4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d2a3b88e-3ee9-4d5b-9fd9-0b2b8fd9e552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53f1ebce-f8fb-4109-8436-dfe0c39f0ea4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41233704-fe15-4d51-be93-a0d76e52f529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3582beda-ed84-4cb0-9c9f-107a2b584aac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1f5d91b6-c0c2-459e-935f-1f853e8cd7d1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0589d78a-6fdb-45b2-b203-a67c5b2b854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b29c7db6-993d-4f2e-93d7-ddd48d868f82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07c02f12-e8fd-4006-bcce-ad00d6998ba0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a8a52c16-f3f5-4061-a4c9-937d572b4bfa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fb425536-98c7-40f9-b96c-ab1adfae51e8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70f80a95-c0cc-4620-b47f-a76d99d20124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bf6f363e-e83f-4f06-a1b9-1c050fb85067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7b8cbdc6-a1f2-4eb0-aaae-d83c395e19af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2e7e75e5-9c35-4c70-b556-1dbd8e8f454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703b1a8f-5cf1-4c09-a9a9-06a739466452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19e1fe9c-bf9b-49f3-955b-7077c52b8ef4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05f94fa0-dceb-4635-99a5-9e6e635f877c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c854450c-1f9f-4c54-8dda-3758dde7c5ba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59870e62-2eff-4ce8-97b3-0fd61b7e049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eaf188a5-124f-433d-a1b1-ffc3cb74f9f6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bdff90f8-c3bb-425a-bd6b-f444b89e2f11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aee74700-96b5-4b22-b246-aaf05ee9f267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87f2b4e7-20f4-498b-9bf0-e494d3f28aac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c2dd9616-87b8-4ba7-8125-ad7b388e747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715d61d4-9b8d-4ec4-b71c-75e4f774a3b8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6b2edf9b-ae98-4a7d-bf92-4cc1bccee331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47a8f214-99bc-411f-ab28-ce4e31ff638b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64b10ccb-b044-46c6-9333-c6bfe5ca642a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b91228ad-8dde-43da-b835-8cfc4a92fda2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aabeac04-d11c-4029-a8de-b1c26f247d7f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2f40db71-6e6f-4392-8da7-bb1b88e8e01c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ed5df8d2-e54c-409d-846d-11dcc4753814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36a47d87-3e8f-47bc-ba97-7c7d81b708af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d8183f47-83c0-4b56-b3cf-f581841d913f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05a94056-27b3-45d1-8dc4-ae99c2c7754b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8a06cef0-09e3-4eb4-bd89-2e9effbe5df4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a55cecf6-8f87-4043-98ac-b4c82c35fd1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528f2dba-694b-4a1c-bdf0-ed16e5c6c8ee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42154f1e-abc8-4a4e-958d-8791b3d763ab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26f39d1b-3193-460f-a449-ae59ef3ec817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7adb3927-e672-47e5-b940-f88893122df8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3d5e4aa0-895a-4fdc-a6d5-b6692e48d80a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78e2ea64-18ee-4335-a714-32edeeb6869f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eb8599f4-6e57-4c21-a749-c2c26ab4a087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7d6b92f4-258e-43da-9de0-2941c044d04d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2ec8e5aa-c965-464c-bcad-39772bcbbcf3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d186f13c-1fc8-4ed8-942e-65f246ad294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e18137ac-bd5d-439a-8c65-4db51ba7d85f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b07ae4d-7545-4734-bb99-b429fd2a1a85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ea4f7c34-59fe-4fa7-b105-1792d5646549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a5ab2f7a-9c15-4fec-b761-178389185c6f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c5f40772-3665-4520-8217-6a24305a8441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280b46e8-b349-4c9a-a33b-bda9d493174e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73dd394d-e31f-47a5-b4df-6df8ad7bcbca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53e66a9d-61bc-419d-9420-b3f17324d431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6bd8b7c5-49f8-4dab-95ec-15d7b62a670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0ec69692-a7f3-4ebd-a9f7-9d0d12bfe1b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3d5acac7-7959-4e04-b55b-b774ab55283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d05d2103-0f12-4329-ac6a-3635914ca26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7958d05d-4255-470c-831a-dc06f3202386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63ed02d9-f8a0-4f2a-8929-7fc7c1446030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9c54aa77-cb31-456a-912a-095d00a1ee23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457611ea-13cb-470b-a389-f79fd52b000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d465e873-b553-4dc5-823c-d9bad8c96959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80d3ee8e-a9dc-4e63-9326-7bcc7933010c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f9fb2a29-ed69-44eb-ba3d-ad99c33f82e6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7e925765-0c16-4dd7-9539-3a5d25ece377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8a1319da-fd81-4e34-843e-2dab58c0b6c0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e7b84c86-c80f-4a3f-80b1-a2e8a4ce92ce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16b93a34-da98-4783-9b01-a8a85720f08c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c9559edb-e73d-4c72-9028-83371f1b2c8b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89909754-7319-4253-a8b4-a5254f3047e2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1eb9b554-4242-4fb6-b4de-422720aa674a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fcf82e6f-79d6-4644-91c8-cb29d64900d7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91832324-27da-4853-9322-15d7c743947f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455fc976-1131-42e0-875a-dcf69241e2ea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0a145ed0-9ea4-455a-b753-ca3806c4358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a091a257-b8b4-43d8-bead-d0c731d0c440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c8b8e560-988a-4eae-ad79-2133383823c6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9a92f09e-b16c-4249-ab54-24c059f45f92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4b58a737-e771-472d-a353-85b249299d19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72e87b23-e6f2-455d-ba96-ef647effe2af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95601582-019c-4cf3-b19b-299869fb7776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1f0ecf8d-15a2-444d-a997-bac4c96dd73c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b5b98696-d697-42d1-b057-a6b4467d9b07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0b60507e-2ee0-4a43-acdf-9668678f04e9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88376221-7a4d-44d6-9c76-18aa2c0bd7c6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84040879-a8cb-4dee-9ce7-1da7edfefa01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592b2f8e-ca8a-4d3a-9bdb-b403ae820f76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15e47e63-d4da-4c33-a355-9379cb4a2b58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3890d52b-95dd-41d3-b311-ef94510db5f5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17e56d8f-fe3a-4984-9e0c-fff963015729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09c6aa28-f9ee-4e80-bcfd-b4b401a075df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bf4bb713-daf6-4982-b30d-13fc26ada680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29bc4b9d-722a-4e20-b0db-ddb64051cd9b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f9365c6-31cb-479e-866b-f4ab49e8a06a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29189978-02cb-4ec2-810d-48a8c4c9dd5d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bac397b6-f1dc-438b-b316-35dc1b4cb843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c4500bcf-f0ea-4c07-a7a3-b50f7d8c2a8b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877e8f98-f7a4-48fb-b608-ec44ab28c323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07c15ee8-9821-479e-b019-69b4b2c08977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55a10417-6f2e-492c-8a5b-cdb0069509b2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e96f0900-c496-4807-b3c2-1f1831d40c13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3639cf03-9b19-4e14-9d76-95bd18991aef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d9ee6ee4-5677-4e02-9b79-7985cc5dca62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83be26a8-ae59-4114-a8a5-3147687f8fef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0157ea04-9769-4b14-ad5e-8a00442c9cd1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098ee6b4-dd80-4488-8f3a-fc8f639235f1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057ea621-b35b-4af8-96bf-246e5d8b4eae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490e83fc-720a-4b6d-90c5-9c15d945eab8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9885a81d-ab97-4568-883f-b40c8bfbaa33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0122b556-32fa-4a92-a0f6-ac25a0d059e8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3f485ae2-0579-49ea-8457-7ec27ea84916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9b1df7b4-a21a-44df-9e70-bb6eb59fff39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15d8f2b1-c406-4a69-954b-9258d3a8628a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e680c6fb-25e3-4747-acaa-c2384e84b12b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dd2da52f-f66f-461d-82b4-cdf19d4e4ad7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0e55ff8f-a9c2-4aa8-b684-8daf8ba248b0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6de8dbda-6200-4e11-9417-7ce15372f159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fba18457-016b-4d5a-a9d3-552e4e04f579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85d6596-89d8-4330-8bcd-e4805c0d8008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1208956c-f022-4aef-94d5-41f0141f1ffc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f509fa76-f243-4500-a518-b77160698c06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76c8738d-d769-4557-98c9-f42ce584149d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2f272ade-bd88-4e12-a70a-99b4bc05f36f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da6af135-2e78-4fe3-8a02-d36ef7ecf49e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6230fcee-dc65-4c8c-90f1-7bca6380bc40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af8d562b-2892-4877-b4e5-ac5be2bb3a23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7a941765-5fdf-4f58-9219-f44d9463d2b1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7087288d-a847-4e11-a445-9844d23a49e0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b5272f06-1ec3-4ff2-8d58-b33996b11e15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18d45795-44b5-4bb0-b64d-7ee307cd2dd8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41cfd723-852c-44ff-b28a-ed1872f4d5ce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5ec3164-a506-49c8-90de-5bc2336ace10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81b88386-2680-4316-94bd-a91f92b8b668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d91f57f8-9c47-45f0-b30b-0659b7501948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5308a454-2f50-424b-8c77-a0e138dbf81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c5a3dd68-4b9c-4557-8998-fe4270353a18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358154cd-de72-4515-be3a-3b4adf8e77d3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b875a74-ddf3-4682-b1e5-77c611d75560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41e40818-66bd-4d30-9e15-88dc4c0642e7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9a85d6c8-f4e6-4296-bd3f-a0ff2ad2bac9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13ab242a-1e01-43fb-82e2-78e23a60e35f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ea9b117f-16fa-43b1-88dc-bcca43e636b2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b96daae7-5731-4c8e-a9bc-b790785acc7b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b86b3a35-4883-45a4-9435-49e498929194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73bf660f-665a-4207-9406-b4b69f970fd6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b908d447-e732-4c77-afa9-5751be644224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408a9649-cd6c-49ab-a085-fe2d95216330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d77d4157-6b11-4cac-8519-df1488971dba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b9b90222-0d97-4325-a419-8457274273a2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2e4c15cf-b4ed-435b-8ffe-8b74c3a04721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3493c9fb-a5ec-4cd1-9755-d2a1092a8a78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08320de5-25e5-4cdb-8877-61911660e3e3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138dcfb1-9ec8-43dc-b3ad-0ae1968ec4ff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2bd163f9-1904-4c2f-a536-c02212bbdb34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a10111de-5f10-4afe-916d-a4f26d283048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6c1a52d5-f792-409e-b062-b9a851489bab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01bf3541-fa65-4fa0-bdfd-0972d3cbad5e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8dede6c7-e30d-4dbe-a500-cf0b38f3814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07929ab5-1b93-43cb-b0ee-71c68bcce155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0c2b3a05-3395-46e3-8039-b6081b04bf7f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74382166-ca07-4bb2-aa38-4ff7deaeddc9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ba5f6612-4c46-4fe0-b239-bc8c934772b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4692980c-b79e-4f7f-a52a-42e564754c69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0f8eb6af-ff1d-4f82-a660-41a1e42e94c3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2c0f87e7-54e4-45d1-8d0c-7478da9afe73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2fe6db07-d2a8-4072-abf3-1dbffeb3cbf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0d2165ff-d640-4039-8251-03e527e708cd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dddfb8e3-3a91-42c7-8373-05b73b47f6ec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78c1d05b-da8d-40a6-b883-b0ab9a99174e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360e1087-f869-46aa-939a-0b9f9fbd31ea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2b7c5702-1399-455f-ae43-498db2a7bf39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ad4f38b2-17e8-44bd-a634-e4b3af2a6012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97b5219f-2983-4a3f-8751-18c240cb175e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e9960aa9-d9e5-40f0-9183-be8b728afa57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07719e1f-fdbd-43e9-abff-f8f1cb8be2d6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SCRAM 輪替:兩種做法怎麼選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日常用同帳號改密碼,特例才用新帳號並行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15" name="3c43c779-3bb4-4168-8b1d-930f839724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同帳號改密碼(預設)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新帳號並行(特例)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要改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只改密碼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 + 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role binding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不用動(帳號名稱不變)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新帳號要重綁相同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重新連線失敗窗口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有:client 換好之前,重新連線會失敗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無:新舊帳號同時有效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90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日常輪替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不能承受任何失敗窗口的服務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6cd67bf-2715-4007-9885-a720e77d8a40"/>
          <p:cNvSpPr/>
          <p:nvPr/>
        </p:nvSpPr>
        <p:spPr>
          <a:xfrm>
            <a:off x="548640" y="4315391"/>
            <a:ext cx="11091672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新帳號並行怎麼做</a:t>
            </a:r>
            <a:endParaRPr lang="en-US" sz="1300" dirty="0"/>
          </a:p>
        </p:txBody>
      </p:sp>
      <p:sp>
        <p:nvSpPr>
          <p:cNvPr id="4" name="11d7b14f-3a9c-4660-b50e-f781fb94860b"/>
          <p:cNvSpPr/>
          <p:nvPr/>
        </p:nvSpPr>
        <p:spPr>
          <a:xfrm>
            <a:off x="548640" y="4654790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5" name="ac0577f9-eaa2-488d-8c9c-9c4bf31aed2c"/>
          <p:cNvSpPr/>
          <p:nvPr/>
        </p:nvSpPr>
        <p:spPr>
          <a:xfrm>
            <a:off x="3063240" y="4832975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6" name="fb48fc07-4ea6-4a5a-9394-157555e89a25"/>
          <p:cNvSpPr/>
          <p:nvPr/>
        </p:nvSpPr>
        <p:spPr>
          <a:xfrm>
            <a:off x="3410712" y="4654790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7" name="f79760a5-c254-49c2-9058-f16aca0131c9"/>
          <p:cNvSpPr/>
          <p:nvPr/>
        </p:nvSpPr>
        <p:spPr>
          <a:xfrm>
            <a:off x="5925312" y="4832975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8d3c8146-d476-4c7d-8633-6776524362eb"/>
          <p:cNvSpPr/>
          <p:nvPr/>
        </p:nvSpPr>
        <p:spPr>
          <a:xfrm>
            <a:off x="6272784" y="4654790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9" name="0d438f3a-5514-41d4-85dd-fb54b09c3259"/>
          <p:cNvSpPr/>
          <p:nvPr/>
        </p:nvSpPr>
        <p:spPr>
          <a:xfrm>
            <a:off x="8787384" y="4832975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c08ea640-0916-46ec-8071-f1bd10ec4417"/>
          <p:cNvSpPr/>
          <p:nvPr/>
        </p:nvSpPr>
        <p:spPr>
          <a:xfrm>
            <a:off x="9134856" y="4654790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1" name="48b65dc4-a293-4c37-87e8-81cda755d8a5"/>
          <p:cNvSpPr/>
          <p:nvPr/>
        </p:nvSpPr>
        <p:spPr>
          <a:xfrm>
            <a:off x="548640" y="546086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日常輪替用同帳號改密碼;只有不能承受失敗窗口的服務,才用新帳號並行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9c4d782-5619-4360-b95a-637e0bec47bd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d3b84e50-a604-4fd3-b5f0-c20ea210d06b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7c201bfd-41d9-47f1-aa49-66cd5c092d07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517c8565-4976-4411-9546-e21d0992299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d22665e4-2e33-447d-becf-992aa0e51d43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2f2e5033-1236-477b-a693-ceb98c0cdc2a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2207578d-dbb6-4885-aad4-7deed943ac37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7a62a5ef-5ecf-4da8-9f55-bf58e8f04d82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691cbc64-cf56-4dd4-9311-7e5c91a7d5ef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0db2c1d0-e0c1-4982-b0a2-a5cd2e7b8c20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0535cf0b-a0a4-4c5e-8536-8a58304be02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cbc1e89b-395e-4fa5-a444-73cad2c13d1c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4b554c5b-7875-48a2-b4c0-079790b40072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0f1db9fb-3997-4647-a7a1-8ea4d117f04a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6090a47d-22ff-4cba-a224-321e8ffb172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0faddffe-3e81-414f-afba-80d478e69e21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8d709c01-6342-45d5-8453-bf7e51846ee6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9e0c9e13-4d2a-4c3c-9fa0-bbc6c278ba9e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d7367bd0-6da2-4c7f-90a6-70432a18e048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66cc0125-2a95-4abe-bfdf-0f3493c76623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f8cf0394-b480-49b4-9a6f-a2b661a3315d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ea9ba22c-d0dd-4aea-955e-2758bece80be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dc1aac26-3542-402d-84e0-e58da7971a26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d95bbab9-84c0-40de-a233-f04046af465c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c3af4f4e-1e99-4180-a144-70cfa2667e24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76aab684-1a55-4f3a-87d0-45b4df66bbd7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8c18fd96-e408-48ba-ad3d-6c52f29421b9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139339d5-d7f7-4636-941f-02ba00617657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a6410491-ee3c-4c77-944c-e76ca8878d6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7c164d8e-1c06-4ccd-970b-fdbb50f9d391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d2e7734b-de91-44ef-b5a8-b6c54faf4dd3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d1be398f-ed11-4d3c-934b-1a6986809810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aa0f1b2d-4c6d-46fa-90c9-d74c89ad00e2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9acddca1-26d1-42e6-a039-a2d4d9194a95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d65c502f-31ea-48fa-9fdc-6acede9c9410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e718c2ad-9cac-4559-9fc7-144bb823a34c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5ee6aa9c-f037-446e-afa7-1d5ec68d9a3e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5dac71d1-ec92-4587-a379-d8f1a49a8db2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8c284029-31fd-40b5-91e4-a54f659699f6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640cbb20-66fa-4728-8d66-a4ce8c02f386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dbe7f6c6-1580-402b-b1fe-4698d9c19350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145e7975-05be-4cf0-92c9-ae75eb8b7b36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f18e222e-288a-4f02-804b-2cced3636fef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b149d697-254a-4cc5-9c60-673888b07c1a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6cf4d971-ea1a-4f88-a2be-12936d097680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1bbb1a48-6de5-4b3e-a7c0-04ac7bc17ab0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87873514-900f-46c0-9943-5df83f75f6a0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27ec92a2-712a-465d-9abb-bc420d89f433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1f7cd6a9-4f26-4e19-96d7-58d23a0780bc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76db928e-04f1-4138-9f86-8504c28d6a3f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3854baaf-57da-43eb-ab7d-21efc9e0f50b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a752a31a-8ebf-4a95-ab8a-1b4778d4bb1d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10a80d0-c9cd-4f55-b9f7-35519ebee668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4533308-9398-4d08-a880-b6e3b42f75c7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64d288be-b371-4200-8ed2-392269683f9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5e89833a-dbf0-4484-9184-2b2c2248a6a8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24a05155-6454-4394-90cd-af2f2d9a7df6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5b76514d-a8a5-4f3f-ae9f-fdd901c13e0e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d05e844f-5a67-493f-807e-8765a3cc7369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6caa88b-2188-4068-bc3b-b31a252d2e22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224d71f2-cd23-4878-95b2-3da2b1a5e4a5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ed264461-68ba-467c-8695-11e0c43be79d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a5c72fc5-ecb4-4362-b9fe-9d664f90f345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7b84b79c-b430-4f33-b5b7-797ca9dba4c8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c57ccd30-06f2-40d3-ae0d-ada93485f408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ae2850bd-9e81-4c97-8ed7-869d204ab44d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e876cce5-2596-47d5-a517-d6a7f2af7850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3e0f63a9-2de4-4054-953f-ed75bd1e0594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789cb10d-021b-4f69-9ae2-2e178e067d54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957c014f-396a-4e8c-96a8-fe9722b37a98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82bded70-ccdd-4f0c-92e6-7794dc5331cb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9393a868-f94f-4e4e-9755-24efdef3d28c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5cc73425-f009-4fbc-9e7e-6baaf7421bb7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883b051a-3e8f-48d9-a927-9befa6b9dd1f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baddbcb7-ed98-4024-b408-dd87c48d6110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4f26df5b-3e70-4289-a8bd-cb730800edbe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4625ead4-3526-42a5-a04a-bb89b0567020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e65dc482-b661-41a7-85b8-5336a85c8df3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6775c784-352c-4024-aa32-4b7febb68f5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bd47644d-4a8e-4916-80fc-b4f696e8284b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dc1af15f-fdff-4576-a219-d02b98281df0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4f69f0af-2c98-4c6a-8fd6-098d81d17150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506394bc-7a46-4bb8-a0fd-48732e3e46fd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94d8291b-9021-40f7-aef2-c161ea5d39a1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07c00ab1-7879-4a6b-aa63-c3120342bfeb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2f359c04-7a29-4cea-bf31-3140ecf97173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8c712307-3781-4949-a467-d16b30b67d38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a1df3b2-4d98-4a2c-99ff-b3f78fbcda18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afd70799-2755-4609-b16a-232efcf49be7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2310c152-6131-43cd-aa23-0a3ea9a0e77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89355180-9c6f-41c2-85be-0ef603f6e0ca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fdfa1e39-7d71-4b0c-b95a-39da89d43c6c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2eb97486-dc96-4b28-b3e9-3540a4f81889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bc7f3fa1-2bb1-45f4-88f8-a7cd325cd8c3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5338b5d-2273-43b1-8503-1cb369ff311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411522d5-ec48-4fcd-a5cc-d07643295a17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c40c2843-ac50-4d40-86a3-d006b24bf1b0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bb6e333a-e8be-4e29-9f62-0dbee002bf2d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da2f4475-e832-4469-be26-58f3234a19ec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7ff458a7-6b16-4fad-b401-fd69fe315927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2b1f193f-13a1-4255-b017-3de48fd15792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28a851e0-5d7a-4f29-9427-58dc67cc872a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69b93f3d-b9f5-403c-aeb5-1a51e7acf2f8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6eef78eb-0917-42ca-850e-05b5f96cc52d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e979cae1-df89-435b-bff4-0ff6921d3379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6b0f1135-f3f9-49ad-927b-1432768aa803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d5f6a313-0ab9-46bb-b35a-1da1304576a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c8ed2151-8849-45ca-9600-2625b17eb818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ec851ffc-a60c-4946-bf16-c467c36b72de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40367c4e-1a1b-46dd-abce-444daa8fe093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7daee5bf-4202-4ab4-8d31-f1e5c846902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97ce58bc-83a9-406a-8155-4b48b44ad4f8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daaba148-368e-4098-97c6-2673aa13b2cc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00861514-40bf-41ef-b48c-137d001c941f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d57dab9-7aa0-4fd7-bf9b-18171af3839e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5d0c6118-8344-4e31-b134-b7ded10c11ca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ae322323-9429-452f-ade9-d49d57c33c7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23989b74-5755-4291-a6f7-a3c05cb2fa7c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e1b02630-6619-466d-b27c-daaada6bba1d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5823eb9a-2000-4d81-a477-4135d0b79de8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d2f233d4-52a6-440d-9a29-6474200a975d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b45856d1-faa9-4231-8b22-b09d87f568b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aef2f530-ffd0-425a-b858-4a35a54e43c9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72a6fc1f-e131-4f49-99ba-4e00c18d9629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1b8e142e-ce49-4694-be13-836cdc939122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73de8e97-4477-4798-8efa-0ab870d8ee7b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395f0b3f-eba8-42f9-b02e-6592119fcc4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44ddbb61-b508-4482-bba5-92292f7e02a8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69a3e12e-021a-468a-b19d-e53970769eed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8363aac2-9d7d-4a0d-9824-b286a4dd2772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19ab6565-b96c-483d-887d-fffe48f489cc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378972cc-0e92-4e75-806d-45757fb6e87c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2a726f93-72d7-471d-aa55-530f3b5ccfb0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78c2f5b6-53a0-4320-975d-216be81cdf83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91ac8ff4-08b7-4024-b608-5fa1941aff89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3c197232-c44e-475d-adfd-3baf6b169d22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1c775e3-b3e2-4c9f-b5ce-66bc56e00e81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eed6bd17-8fa7-4c9e-ad7d-e6ef7f63be39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6dcfa37-fdcd-4bfc-94c6-78f431075bf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1ba3ccd5-2c2e-470d-aff3-2f54b65eeb5e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4427d675-6c25-4dbc-809a-0afa77a9a6d5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639b8773-0808-4312-87a1-ef9d8645f3f5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c9b1062f-bd2b-4ee6-ad1f-2df095efc0d9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c4daa749-7469-47a8-b11c-977435da41f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569a46be-ede5-4efd-ad37-0fb097edbaf1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8f6f6bf8-491e-4df7-9347-ca5524cd6435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9a30d4be-fa33-4b05-adf2-a86faa4dbbfe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34e986a8-cd97-4fca-9429-de4c5c92bed3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085830eb-1208-4a90-b780-f57d2dc787e6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7fbc540a-435e-41bf-8e4e-e6c2010a341e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c6508285-f4ea-48ab-a394-89ae2be9b023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05d71dac-14af-4dbf-b050-4416f64a8f3c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e9b1786a-b417-4719-8241-43ac5238f36f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b826b926-3f5a-4578-b37f-f2e2f6a6326a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6577995b-88ae-4c88-b241-074cb006e799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ea1dcc3a-8145-4a3d-a403-f26a305d30f4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894325b3-a57f-4c85-833f-7f55c092cdf3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859d8e00-8e80-4751-ab2f-544674935f2a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ddf9a638-2581-4066-9521-6bd209dfdb1a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9bd21965-199a-4e80-89f7-f3189a3d69c2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86b95609-c5b1-4629-a56a-2e37565bec45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28d74fea-fe83-42e6-adcd-a6dd95d8868a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ccf4b119-efb5-44b6-af10-ec62c70740f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617e49ea-b316-4da6-a094-acecf3564961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92b3fa4e-04b0-461a-9a0e-890f1c2350f2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d2e358ba-780d-487d-a2cf-b92a7ce87479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3a399f2b-9d16-40f4-b495-0bd7f6336c57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87348744-c0cb-426c-ba7a-9c47c66a08d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eb38d616-718c-4ccd-a759-b7a102df7abe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07816f9b-bb7d-4eff-919d-ae6a9ebc8720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2f16c7b3-9f0c-40d3-914b-0a5828ec54e8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e1108dfb-ac09-41a6-bf27-a25a644c1d75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a98d6a58-bdc8-4b23-995c-74a57f98f955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8132e850-461c-4bbb-bd4e-382147040a85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90161be-329c-4e8c-bb2d-b224ab4d2991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46e183a-3840-45cb-b7ac-9364f4e31324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ae1e1c0-5d80-4f43-a291-b99666f4a99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d36c8119-a5df-464c-afd1-cd2ef7b002bf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e58019b6-6fe2-4546-b6d6-f2cddc7641ec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d0f44bd2-f928-49ab-bb44-c4296ed98bf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deac3cf5-f3cd-4ecc-a8cd-ebdc6a1ffecc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07822680-1188-4ef6-8b7d-41d0e17d48b9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74d1e1b5-59fd-4cc3-8622-ec32814723d1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edc5a2e3-729d-40a2-ac9a-1956a63e60ee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f0bd2738-2eaa-48d0-bd3f-3803a8f88b9e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853f0a2f-9ea0-4039-946d-1b24563ca335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992a4b66-56f9-4ce8-bf11-e3ed93046088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9ad2c80c-4aef-427f-b27e-8793729f2a5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67245cec-4178-4564-a3ca-4d182fda609a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36ae64d1-bae3-4680-914d-9eb617dc20d6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7bdb174c-64d6-4a1d-b91b-ed1753bffda7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60fb0775-2bc2-44d1-b9c4-9811f3771be2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e5f54b85-0e68-444c-99fb-ba0508589e8d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aca4abab-ffe1-4a22-a797-f3d787cdad6d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90ad66e4-9091-4fa4-8bd5-d7978030cce9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f5e641d8-bbb6-4a15-be4b-62ab21c66032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5144aeb2-7ab9-4f56-8170-0d8025e33641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3c0c7ce0-021a-4b80-9e34-ed5c9190919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d9f14d6f-0ebf-434e-a346-9a8d9057ada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38cc6ff0-daf7-49f8-8196-c153b9703acb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6019ee75-3452-4df7-adbc-ff146f128e24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8b3073a5-0dc4-4701-a2dc-ce64be9f9bcf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498644d4-a33c-47fc-b82b-3d38abe6b021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1b8fc5c4-8be7-4715-a46e-e4bae6b311f3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2c6a8cdd-2e87-43ce-a0dc-b751ef7e5be9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923a24c4-9247-4a56-8a9e-83ebcb52e0dc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a4ec4277-ad94-4080-88f0-29a3804ddc5f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9d49e6b8-9465-4603-b8c6-c2cca1905c21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333b47e-87ca-4ee4-a158-361e68b9d842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0b1da26c-b989-4934-8893-a6d607908aca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26d0fcb3-34ac-4444-8aef-9ed6f09df78e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6d147b57-b67b-4194-899d-15fc8c3bc3d7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4848ad84-3ece-4e69-8028-49891f55628d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41154560-ffb3-42f3-99b2-7082d340990a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78c0a37e-a5e5-4e64-83bc-ec9526a1ce6b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997bf292-7014-4217-9035-e6b1f523ea73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b19567f8-a988-4655-b2d4-a6f4c4157900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9e639852-337d-4206-8b66-309f84245469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377b9138-3954-493c-8c13-2c8950d4b435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dbb6f670-e64b-41eb-9bad-50d509d5dd17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5922356d-6dfc-4d07-b64f-63437795d37a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7174c986-c6fa-4657-83f3-f25ddc07211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ab0032c8-0454-4549-af84-5c9f351d8602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9de286b6-70c5-414c-a35e-84b445157610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45ffe0b1-1e41-46a7-a760-a48cf2e274e1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9d5f476e-7348-4d41-b50b-3305a36b2fee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81bc6555-da52-45db-af4d-daf3cfeef158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993e5c63-9f55-4614-8f76-e5238a50109b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a1d78901-588b-46f0-b2c7-8e4a6895839b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a30787c6-9108-47e2-882f-ff99bdd98113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fc94b4b0-a2b9-408a-afc3-0bae0878c618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b0db348b-0ef8-4cf9-bdba-1782a93a6bd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e2db245c-8f77-4700-97fb-018525f7148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d951afec-2049-446e-a9d7-b66b3bdfa85a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6ac3333f-b519-464c-9a81-93329716b649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63cf4778-1212-426a-822f-df00b25c5415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402e4d38-14b5-41cc-8c2c-3cd0e87341ef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17f90777-551f-438d-8443-99faeb610e6a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9bf5b536-9881-440f-90ee-ad47d196cbdd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a8e04793-b536-43fb-8878-ee0a0e161606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e1709a3e-6d6d-4082-9461-e865f839d282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0dd50cd2-f396-4f9a-aab8-2aabb152b228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beb35344-5939-4a98-a97d-02bb3667dde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6cb78fa3-1cbd-48e6-9ace-3706ddac8e29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d86bf6f-0996-49a3-8bf6-56990964545d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2752e9a6-c1b7-4576-ac31-a3568941377a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b252209a-34e0-44fb-a420-578ec3372c04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49d8adf3-e604-47ea-8e86-96fd085eaa5b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b8a157ed-2f28-4727-9ff9-aeb280147110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5f7f5642-c27b-49d2-a24c-902289cbe387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065440b3-8e2b-40ef-bfc9-5a0d2f708564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c58277fb-5ca3-43a1-849d-26b47042b607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da242d5c-8194-466c-8b82-23cc64281ad6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8b70a79c-75de-4593-b36d-d11bfe2b9d34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6589ebea-3d17-43ce-8d28-e637a17147b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494cebe6-4c01-4b84-8195-51eb3c2339d6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da307888-29b5-4da4-9372-d6b55fd4a916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57632f19-1069-4525-b5dd-b92a7960d34c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60be9098-1649-442e-a32e-b49c0b8d3f12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dc8b1251-e63d-486e-86b2-bb1d25e33944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ca466612-0875-4bb0-85ce-be10a95aec4c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9ffc9d37-1e5c-45d8-8074-3faa9014201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abd6038e-eca1-42c1-9493-759ea5b7ac71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450b5481-4adb-49c5-9333-0354d173c3cb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f2d889af-60db-404e-9f90-8ee29688483e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c2f8605f-1840-4f96-b0d2-83f2957b9296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4bc1749c-c808-44c7-946a-4c418a109e45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3e5aaffc-6064-4134-be65-76e11b33845e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c97894b7-a24b-43f9-b559-f9e42d85cb4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6966cb5d-b662-4f55-976d-3228220de300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92e7bc42-4b3e-4702-8f4c-3ddc91dbff9e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2cdfec3a-2649-45cd-826e-2da284df7410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0b5e9fbf-47fc-4639-8831-2e2735e71ea4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dbd0cbf5-66a6-431b-98a5-75ab089ea09d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cf314e56-07d8-4890-8773-1173f90bf4e6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55b120bf-77c9-4336-b8d1-62e8c4a09a8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3845a282-c357-444f-b520-9b09b525f4eb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9bf20457-dba0-43a8-a407-3c31dcebbae1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b6bea3ce-4952-4803-a87c-435a381c2bed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c8b76eb1-1da9-42eb-9d0d-c06fbea6b2d9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dbe3ce6b-dc25-439e-917e-b0e1b8c08c81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54fcdf92-2c15-467d-88ac-94181cef3a2c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6d78ac52-a6e1-4946-a610-ac6881bd21ae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c89d2ef4-d663-48a6-9c3d-0b8da63c585d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a94deff3-89d0-4d5a-897b-6fbb366ac6bd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7cdff451-8912-435a-8ca8-73e93f6bf001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96d746aa-8bdc-4b6d-a68c-9bd77f0e4692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4c1cf7c6-0df5-4a93-aed3-359467aa3974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545d24e-2e12-4e72-8eea-c1d88390d102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44a598e8-557d-481a-a04f-384716da3600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09633c35-6f55-4ae9-99aa-b41aae0dfc5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a28dd8df-5435-40d6-9d0e-e0b136d22378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739f5a95-536a-453d-95ee-25710c51aacf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7a66d61f-9eca-4c2a-ad45-397ba59f9336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b9486bfe-5849-4029-9a33-2248eaf91b1e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8d136b11-3e71-4b6a-8960-008f662a0918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b6767867-c0c6-4f4b-ab37-92f335b60e68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a447e768-55a2-412b-93a6-a302a8e85d8a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21eeed38-71da-4ab3-96ef-817382ab0585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b8e1f294-59ac-4375-a3ba-11dd41603c97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6f0137be-49ce-4c46-b129-da1932186f92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d315205a-3ea3-40a9-94e5-dc368ffb59ea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07156e29-4da4-4592-898c-e96898e3478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68b59943-0d70-479f-b2ea-313c9a778904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381cbcb0-bcfd-4474-b9f4-d78a04bff6e6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75c5a39d-c395-4e88-a6f4-444b0056fc90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c3f192ae-fb65-47d5-8c19-76545dc3d462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20763ef6-55a1-447b-a46c-d0776c417e69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0ff864d1-f314-4962-ae80-c391c32ff1f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d969299a-4eb2-4683-a314-4b9527f9d092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6aa8975c-d1c0-40ce-a421-d01e14a9007a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ba940dd2-af72-4aeb-b7ea-fdf2d6c14c98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d40bcd90-e38a-4605-b8fa-385624a080ce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f7773d92-0746-4e2c-93a1-b6529d101805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a420bd33-cfb4-4d58-9699-9589cf7f21f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dc012dae-25cf-46d8-98d5-e66690fd2bbf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c439bbd4-b630-4256-908e-4066d7b471ef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ee626c89-a694-4ec8-bbf6-0ef6bbf3b58b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24ac495d-227a-49d5-b021-213bdf1ad8be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da21ec0b-01db-4562-8513-761a9e0dcd6c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a259ecc8-3737-40dd-97bd-53a1330e02c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0acfc935-58c7-417e-ac62-7a53bc66eb54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c01944e2-d38a-46e1-b311-4026abd40ea8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3d81c299-c3a6-4dd7-a401-5a5588322c0c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6caeaaf-1fc7-4343-a070-8d8fe290141f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b4099040-aaa7-4bc6-969b-953ba0d1a1b5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96b896e8-bd0f-4a64-a041-5a15e26c9c3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2003719c-4933-423c-844a-d412d51e0e79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80d0b896-17a7-4bf8-a754-f65ecd74251d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95e8aeff-c9ee-41f0-8ef2-63985b534c60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73f152ee-d37e-4a95-a231-36d040760279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02691b67-fe5f-41dd-97b0-a337fa70ce26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6829efd0-813e-4e66-a275-5474079adea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a020b96c-d31a-4eaa-99c9-dca4cbce14a3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a3259a30-4aa7-4ceb-aa0a-925a9404b777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0c16de45-df35-4e50-90a4-0caa5c4f9464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4f6691df-3c50-4c14-b064-8fb623e2afe3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61ad39f3-4802-4799-a85a-1dd6f0312941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c15f64ed-db4c-4c27-9e06-1b2eca25851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90f629b9-0421-4a17-a4bb-e1eec657ef03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763f0b5a-5f70-4ce6-976f-762179674c43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cb58956e-0656-4ab6-b58e-6930fd0d77ee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b8a423d8-112f-4112-b2dd-0ffc8563fc65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abac58f-d770-4344-bdc5-96674c923cf6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b3641a30-3f15-4e1f-b43f-cd799d814deb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ebde7760-fe6b-49f4-a379-ff865933e804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c69c19c4-ed8a-4322-aeb2-61e2cea0836e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9e84cfaf-c909-4054-bc02-75cb5705f107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2ce43d61-f730-4f56-b5ac-eb9795941592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50493c79-639f-4d33-a896-fab01c74b835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1469e24d-0600-4836-9a57-f2444e175b5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e29aa978-8fad-4e88-9562-51a656ed41b7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05e51b7b-d788-412e-b290-d9c95ab687fe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a97f20ee-d7e9-48fa-834b-1e75d7a69b52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6f5917a-e720-4923-a7a5-01a6d6e72ff0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9c13b8ce-c8fa-4e0b-aa8a-a7443d2c4985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71803e53-afa8-4cc6-bd3c-70fe3b4fe8a9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447788b2-3ff5-46ce-a242-e694f0f1b36f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b0c25c6c-1410-4424-931e-106e96b945ea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d57fed00-641d-4e1f-b46d-a016b776a7dc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3bafb034-b331-42fb-9512-3125f388e1c9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9803cfbf-664b-416c-8257-f6f08eecddb6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5a5123f4-37df-4537-9a34-eb29d06a9cf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c2b8350f-d128-419b-b9e6-338a4933f2b9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216300bf-fdc9-45b7-87f7-fd9a78238ad0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074ac3bf-3a4d-46cb-b335-bb3df887b4fe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08fd69a6-302a-47a0-8d70-7bd0737c747f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2347cc7f-5f08-41cf-a223-c44cedcc7af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35545b91-bdf3-4ac8-b186-2a01f76f3024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6c137500-6ce8-4bd5-8c40-fd4baf8347bf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27c10ced-8104-4b0e-b684-9abc57fe6df2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08f22c28-f04a-4a15-9271-6504e76d062f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f233dee1-5e48-4584-a316-41f80c39f4a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8655e08f-b9b9-4e84-8f06-e7aa8d90d027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dcbcc439-669c-4a40-8988-40d886abbf16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a7ec7f23-5ea7-43a4-a48d-377aca296420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da3761ed-1fde-485b-836a-d7d7cb539d77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13b45c16-c54c-42f3-bc99-9d266026018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a2686340-937b-4820-9362-99ec1f6e7894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e629196b-c278-41a2-906b-5b5caf5ef6b6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1ca7c1e3-6da2-4228-aa56-045f997bfb13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6fce745a-3461-4bf8-af51-52e4e3f81601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62fea9ba-faf4-4420-974d-9c4285fcb091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4033fbea-0967-47ab-849a-5c4460cab6de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b93b0d51-adcc-49e2-97ea-7e5d9967a952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ab8498de-efc3-4401-bd21-3349a659622c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55069c8f-7ec6-4846-a05f-73b16ccf3bbf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21883334-175a-4342-abc1-fb84307e5b2e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b22f947f-3f1b-4676-8134-4c687885638c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398ea6f0-58d1-46a3-ae44-c10c7ea9b6c5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c8c288a9-6dd6-4480-a19f-36f7347fbd87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d26277e0-59fe-4d98-9897-7512a60460e4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23f2bf15-5c00-4512-a809-2c62d6cf49e1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f9a70aa9-84be-47c1-8598-bce3a327a4eb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4ae040a5-b764-4247-b7f6-6d303cbc65d7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ac181f5-39cf-49ae-8599-0ef59b5b103f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5ad3eb3c-559f-4ae1-9721-364cfe16f7ce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ff5d792f-3474-47bc-a56b-b0b21b52c6d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b273b0fa-2220-4ea2-8def-bfce26dcb801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e85a9987-9e0e-4517-bc73-0f60942c3a54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ed00b04d-32b9-4d1a-b04a-05e5bc24dd2f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0686c2d6-90d5-439b-a6cc-21ed237a0590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b07301ca-d90d-47e6-a0a1-9bbdfc26cab6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126898b7-119d-4c45-9660-e14bd77e74f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69fcf68c-2534-4bdc-a486-89900b25bb2a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6384e028-7cfd-4b78-b05f-6e0bf4b10259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c2822bc7-abe2-4ad8-ab48-b626c7dd6d85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7bad7897-47cd-44b6-8f7a-ced6038edb4a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6cbaf610-7082-4c07-bf96-942455a12fab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febdc690-404a-4da2-a75c-20cfaa7a8bc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d57782a9-0f28-4e64-998e-04b84fa07b5d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951d9d58-674f-4b19-a889-0b440bf5596e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86382efc-6186-46f7-b54a-2889c1781582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