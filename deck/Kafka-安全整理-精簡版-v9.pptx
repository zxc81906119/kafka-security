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應用系統、C3 使用者、叢集連線設定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總覽:三個對象的認證與授權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應用系統、管理介面(C3) 使用者、叢集連線設定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ec96f11b-a212-4e5b-a5e7-366e96f07bf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383280"/>
                <a:gridCol w="2496312"/>
              </a:tblGrid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broker:SCRAM 帳號;經 REST Proxy:client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綁在帳號或憑證的名稱上,只授權指定的 topic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broker:Kafka 內;REST Proxy:憑證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 (C3) 使用者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群組對應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內部互連:內部帳號或專用憑證;C3 與 REST Proxy 用 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內部互連是 super user;元件依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依選用的方案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17773200-44d4-4f15-a5d3-ba41d6e27cfa"/>
          <p:cNvSpPr/>
          <p:nvPr/>
        </p:nvSpPr>
        <p:spPr>
          <a:xfrm>
            <a:off x="548640" y="507903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所有連線都走 TLS;各元件共用一組 server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兩種連線方式:直連 Kafka broker,或經 REST Proxy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" name="e0d0ad09-13a7-4efe-a4c7-f4a89b0ce03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Kafka broker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適用的系統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能使用 Kafka 用戶端程式的系統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只能用 HTTP 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讀資料:DeveloperRead;寫資料:DeveloperWrite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開放範圍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只開放應用系統的 topic 與 consumer group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內;新系統上線申請帳號並綁定可存取資源(topic) 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不另建帳號;新系統上線時簽發憑證,綁定可存取資源(topic) 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密碼管理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於 Kafka 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依據憑證效期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管理介面(C3) 使用者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帳號認證 + AD 群組對應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0592cc62-f95e-4e3f-a397-d074ad41166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帳號認證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群組對應 RBAC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帳號管理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帳號與群組都在 AD;人員異動只改 AD 群組,Kafka 不用改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3b48d647-ab52-48ca-9bff-8649f25300bb"/>
          <p:cNvSpPr/>
          <p:nvPr/>
        </p:nvSpPr>
        <p:spPr>
          <a:xfrm>
            <a:off x="548640" y="3314165"/>
            <a:ext cx="11091672" cy="28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建議的 RBAC 群組</a:t>
            </a:r>
            <a:endParaRPr lang="en-US" sz="1350" dirty="0"/>
          </a:p>
        </p:txBody>
      </p:sp>
      <p:graphicFrame>
        <p:nvGraphicFramePr>
          <p:cNvPr id="7" name="7f62c547-d0f3-4d54-b589-9a511863efe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36594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291840"/>
                <a:gridCol w="469087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 role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檢視授權設定、管理 audit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全部權限,緊急時才用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維運操作選單(OP menu):分層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操作員只能從選單執行審核過的作業;能不能做由 Kafka 的 RBAC 決定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f98d7a34-b46d-4da9-acba-a2c5ee47a5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4480560"/>
                <a:gridCol w="25877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層級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誰用(AD 群組)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控管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值班查看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健康檢查、topic 狀態、consumer 落後量、磁碟、憑證到期日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唯讀;不需單號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服務操作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重啟單一 broker、查看服務日誌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需單號;一次只重啟一台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變更作業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建立或修改 topic、新增應用系統帳號、更換密碼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需變更單;刪除要雙人確認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授權與緊急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kafka-rbac-admin、kafka-breakglass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指派權限、匯出 audit、緊急模式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雙人確認;全程記錄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064d7571-bf57-4eba-8eff-8b16dc35acae"/>
          <p:cNvSpPr/>
          <p:nvPr/>
        </p:nvSpPr>
        <p:spPr>
          <a:xfrm>
            <a:off x="548640" y="490933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選單以操作員本人的 AD 帳號執行:選了沒權限的項目,Kafka 會拒絕,不是選單判斷</a:t>
            </a:r>
            <a:endParaRPr lang="en-US" sz="1250" dirty="0"/>
          </a:p>
        </p:txBody>
      </p:sp>
      <p:sp>
        <p:nvSpPr>
          <p:cNvPr id="4" name="7b5ea098-e483-49ea-a4c2-9da722a6a444"/>
          <p:cNvSpPr/>
          <p:nvPr/>
        </p:nvSpPr>
        <p:spPr>
          <a:xfrm>
            <a:off x="548640" y="5418438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每次執行留紀錄:時間、操作者、項目、單號、結果;變更類執行前顯示影響並要求確認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維運操作選單(OP menu):做法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一支 shell 選單放在跳板機;環境相依的部分獨立成一個檔案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e4a05125-3995-4e2b-88cb-a81ce63587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937760"/>
                <a:gridCol w="4050792"/>
              </a:tblGrid>
              <a:tr h="37333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部分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負責什麼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調整時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核心流程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操作員用本人 AD 帳號登入跳板機,選單就是登入殼層;登入身分 → 選單 → 單號 → 確認 → 執行 → 記錄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不用改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選單項目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每個項目一段:編號、層級、是否需單號與確認、做什麼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新增項目加一段即可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260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環境後端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怎麼執行 Kafka 工具、重啟服務(systemd)、看日誌、看磁碟、列憑證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節點或服務名稱變動時只改這個檔案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c16f43ee-a9ec-4227-9d03-47a3429c7d27"/>
          <p:cNvSpPr/>
          <p:nvPr/>
        </p:nvSpPr>
        <p:spPr>
          <a:xfrm>
            <a:off x="548640" y="3763868"/>
            <a:ext cx="11091672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編號範例:十位數是層級,個位數是項目</a:t>
            </a:r>
            <a:endParaRPr lang="en-US" sz="1300" dirty="0"/>
          </a:p>
        </p:txBody>
      </p:sp>
      <p:graphicFrame>
        <p:nvGraphicFramePr>
          <p:cNvPr id="11" name="9a4beb61-ab98-4ecf-aa39-c13fda98482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0842"/>
          <a:ext cx="6858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35431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項目編號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值班查看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11 健康檢查  12 topic 狀態  13 consumer 落後量  14 topic 設定  15 應用系統連線  16 磁碟用量  17 憑證到期日  18 收集診斷資訊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 服務操作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21 重啟單一 broker  22 重啟 REST Proxy 或 C3  23 查看服務日誌  24 清理過期日誌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 變更作業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31 建立 topic  32 修改 topic 設定  33 刪除 topic  34 新增應用系統帳號  35 更換應用系統密碼  36 重設 consumer 讀取位置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 授權與緊急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41 查看權限  42 指派或移除權限  43 匯出 audit 紀錄  91 緊急模式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叢集連線設定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元件之間的連線;全部走 TLS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7" name="39f24949-69ce-4135-9c51-3547acc1bd7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023360"/>
                <a:gridCol w="31363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互連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兩個方案,見下一頁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連 broker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連 AD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只能查詢使用者與群組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a90f024e-c30d-4d61-83a4-3e04d8edcad9"/>
          <p:cNvSpPr/>
          <p:nvPr/>
        </p:nvSpPr>
        <p:spPr>
          <a:xfrm>
            <a:off x="548640" y="4739640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傳輸加密:各元件共用一組 server 憑證,並信任同一張 CA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叢集內部連線:兩個方案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controller 與 broker 之間的認證方式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157608a7-76d0-4fac-9ce9-ddb63aac347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方案 A:內部帳號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方案 B:共用一張專用憑證(mTLS)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 broker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內部帳號(SCRAM)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 controller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內部帳號(PLAIN,寫在設定檔)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內部帳號是 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憑證的名稱是 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要管的東西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兩份密碼:Kafka 內一份、設定檔一份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一張憑證,只放在 broker 與 controller;要含這些主機的名稱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定期要做的事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更換密碼,兩邊都要改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憑證到期前更換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代價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初始化叢集時要先建帳號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多一張憑證;不需要任何內部帳號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e1e81641-d5f8-4766-8f14-c186b2e78b47"/>
          <p:cNvSpPr/>
          <p:nvPr/>
        </p:nvSpPr>
        <p:spPr>
          <a:xfrm>
            <a:off x="548640" y="5231768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方案 B 不能用共用的 server 憑證:管理介面(C3)也持有它,實測會讓未登入的人取得最高權限</a:t>
            </a:r>
            <a:endParaRPr lang="en-US" sz="1250" dirty="0"/>
          </a:p>
        </p:txBody>
      </p:sp>
      <p:sp>
        <p:nvSpPr>
          <p:cNvPr id="4" name="d61b02f6-1c36-4656-8d41-448ca1f1d9f9"/>
          <p:cNvSpPr/>
          <p:nvPr/>
        </p:nvSpPr>
        <p:spPr>
          <a:xfrm>
            <a:off x="548640" y="5740867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兩個方案的內部埠都要用防火牆限制,只開放給 broker 與 controller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需要準備的事項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依三個對象整理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f9e3365f-68ad-4e14-aadb-9e6d70a662c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651760"/>
                <a:gridCol w="45994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用在哪個對象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管理介面對 AD 查詢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用來查詢使用者與群組;不用真人帳號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 AD 群組並放入成員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依建議的 RBAC 群組;高權限群組先保持空的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一組 server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憑證上的名稱要涵蓋所有元件的主機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的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元件用來向叢集證明自己的身分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 的應用系統:各一張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憑證上的名稱就是授權用的帳號,命名要先定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應用系統清單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直連或經 REST Proxy;各自讀寫哪些 topic 與 consumer group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 與 consumer group 的命名規範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應用系統、C3 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有規範才能依名稱的開頭一次授權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跳板機接 AD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維運操作選單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操作員用本人帳號登入,選單沿用這個身分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操作員的作業項目清單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維運操作選單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依客戶現有 SOP 確認哪些項目要放進選單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