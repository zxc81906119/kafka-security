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全表格版,每頁一張表。出處、實測依據與限制在各頁備忘稿,完整版有逐項前提與驗證狀態。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 共用 server 憑證只做加密,其身分(CN)永遠不綁任何 role;連 AD 的 broker 另匯入 AD 的 LDAPS CA root,一份設定。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結論版(表格):每個元件怎麼做</a:t>
            </a:r>
          </a:p>
        </p:txBody>
      </p:sp>
      <p:sp>
        <p:nvSpPr>
          <p:cNvPr id="4" name="5a639b34-fffe-4074-b45d-5ef85caf3285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3257304e-5786-4242-8cd8-f41d01b93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3762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類型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授權綁什麼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手動操作、C3、Postman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Group:AD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應用、排程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User:服務名稱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的應用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憑證,經 REST Proxy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七類,數量越少越好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d3cab88e-c73a-495e-80a1-2b722995b1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存放與輪替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全部元件的傳輸加密,CN 不綁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每個節點;換 CA 時信任庫先信任新舊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c3、restproxy、bootstrap 向 MDS 證明身分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對應主機;CN 不變就不用重綁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主機;可改專用 AD 帳號走 Basic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 token,元件驗章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私鑰在 MDS 與 controller;輪替流程待定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服務連 Kafka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互連與緊急管理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JAAS 設定檔與 KRaft;輪替流程待定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搜尋使用者與群組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設定;AD 憑證更換時更新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認證、授權與傳輸加密一覽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16021274-08e5-4b76-bb4d-206d9023c36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69944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誰連進來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controller(9093)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靜態內部帳號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broker(INTERNAL 9092)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broker(CLIENT 9094)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人、服務、平台元件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PLAIN+LDAP;服務 SCRAM;平台 OAUTHBEARER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人、平台元件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Basic(AD)、Bearer、client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人、legacy app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Basic;legacy app 憑證換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token 主體走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5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帳密換 token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RBAC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2" name="812f2f39-5af1-488d-8e0a-a4e85eb7f4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7217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kafka-developers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 / Write(orders.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kafka-readonly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 + DeveloperManage(infra. 前綴)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kafka-admins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SystemAdmin(break-glass)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7" name="f8f976a0-078d-4414-ae16-33d91dd327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84299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備註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kafka-configs 在 Kafka 內建立 SCRAM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帳密存在 Kafka,不放 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密碼不會自動到期,要有輪替提醒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User:服務名稱,依前綴給最小權限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只給需要的 topic 前綴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設定檔,權限 600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搭配 TLS 使用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同帳號改密碼:Kafka 端改 → client 換新密碼並重啟 → 驗證新密碼可用、舊密碼已失效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舊密碼對新連線立即失效,已連線的不受影響;不能有失敗窗口的服務改用新帳號並行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graphicFrame>
        <p:nvGraphicFramePr>
          <p:cNvPr id="2" name="a4b5050d-efea-4237-bad3-638626a884b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7217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步驟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身分變成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REST Proxy 出示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依對映規則把 CN 對映成主體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用自己的憑證認證,呼叫 /impersonate 代為申請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的 sub = 該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token 以 OAUTHBEARER 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驗章,依 sub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Basic(AD 帳密)轉給 MDS 換 token,不用憑證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9" name="b05e172c-9ee2-486b-bbd2-04ab1b4079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怎麼取得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帳密經 C3 轉給 MDS,取得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所屬群組的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看與管 Kafka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帶本人的 token 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本人的 RBAC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 C3 改 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驗證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本人要有 UserAdmin 或 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背景工作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User:c3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10" name="4d539793-005e-4f4f-ab60-b89ebffbcb8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93580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1" name="56e580d8-8662-4134-aa94-1758f57ad2b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46717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6646</TotalTime>
  <Words>3042</Words>
  <Application>Microsoft Office PowerPoint</Application>
  <PresentationFormat>寬螢幕</PresentationFormat>
  <Paragraphs>278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Aptos</vt:lpstr>
      <vt:lpstr>Arial</vt:lpstr>
      <vt:lpstr>Arial Black</vt:lpstr>
      <vt:lpstr>Wingdings</vt:lpstr>
      <vt:lpstr>Office 佈景主題</vt:lpstr>
      <vt:lpstr>Confluent 安全解決方案</vt:lpstr>
      <vt:lpstr>人走 AD,服務走 SCRAM 或憑證</vt:lpstr>
      <vt:lpstr>要管理的憑證與帳號</vt:lpstr>
      <vt:lpstr>每個元件各用什麼認證</vt:lpstr>
      <vt:lpstr>權限依 AD 群組分五層</vt:lpstr>
      <vt:lpstr>服務帳號用 SCRAM,同帳號改密碼</vt:lpstr>
      <vt:lpstr>legacy app 用憑證換 token</vt:lpstr>
      <vt:lpstr>C3:人用本人身分,背景用憑證</vt:lpstr>
      <vt:lpstr>四個要留意的風險</vt:lpstr>
      <vt:lpstr>導入前請客戶確認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2026-10-05T05:00:59Z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