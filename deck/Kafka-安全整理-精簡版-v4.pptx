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56" r:id="rId5"/>
    <p:sldId id="257" r:id="rId6"/>
    <p:sldId id="258" r:id="rId7"/>
    <p:sldId id="259" r:id="rId8"/>
    <p:sldId id="260" r:id="rId9"/>
    <p:sldId id="261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DD98"/>
    <a:srgbClr val="FBD190"/>
    <a:srgbClr val="F7C3BF"/>
    <a:srgbClr val="E58813"/>
    <a:srgbClr val="215F9A"/>
    <a:srgbClr val="A0C6EA"/>
    <a:srgbClr val="FFFFFF"/>
    <a:srgbClr val="F0BFB5"/>
    <a:srgbClr val="309B39"/>
    <a:srgbClr val="4E9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78" autoAdjust="0"/>
    <p:restoredTop sz="90831" autoAdjust="0"/>
  </p:normalViewPr>
  <p:slideViewPr>
    <p:cSldViewPr snapToGrid="0">
      <p:cViewPr varScale="1">
        <p:scale>
          <a:sx n="102" d="100"/>
          <a:sy n="102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3348" y="6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佳瑋(Verna Lee)" userId="e1c3b0e1-f32c-4f80-a53d-28435f812829" providerId="ADAL" clId="{98DFDF9A-BA9F-460C-9972-2EFD4D4006C5}"/>
    <pc:docChg chg="undo custSel modSld">
      <pc:chgData name="李佳瑋(Verna Lee)" userId="e1c3b0e1-f32c-4f80-a53d-28435f812829" providerId="ADAL" clId="{98DFDF9A-BA9F-460C-9972-2EFD4D4006C5}" dt="2026-07-09T02:00:46.557" v="31" actId="20577"/>
      <pc:docMkLst>
        <pc:docMk/>
      </pc:docMkLst>
      <pc:sldChg chg="modSp mod">
        <pc:chgData name="李佳瑋(Verna Lee)" userId="e1c3b0e1-f32c-4f80-a53d-28435f812829" providerId="ADAL" clId="{98DFDF9A-BA9F-460C-9972-2EFD4D4006C5}" dt="2026-07-09T02:00:46.557" v="31" actId="20577"/>
        <pc:sldMkLst>
          <pc:docMk/>
          <pc:sldMk cId="2405286114" sldId="2147479732"/>
        </pc:sldMkLst>
        <pc:spChg chg="mod">
          <ac:chgData name="李佳瑋(Verna Lee)" userId="e1c3b0e1-f32c-4f80-a53d-28435f812829" providerId="ADAL" clId="{98DFDF9A-BA9F-460C-9972-2EFD4D4006C5}" dt="2026-07-09T02:00:46.557" v="31" actId="20577"/>
          <ac:spMkLst>
            <pc:docMk/>
            <pc:sldMk cId="2405286114" sldId="2147479732"/>
            <ac:spMk id="7" creationId="{B7015A52-C78C-CF8D-BCE5-84E85316611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F220F292-CE53-EB57-05AF-5B0FA193F3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A59F771-CF13-F789-00D5-E17C2F60C9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CFDE2-6473-4080-A831-20006FDCD7F5}" type="datetimeFigureOut">
              <a:rPr lang="zh-TW" altLang="en-US" smtClean="0"/>
              <a:t>2026/10/5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67AFBE0-C5E6-EC79-5695-0B034507F5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B5B6BF-F741-592B-6177-C1F32AD83B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5ED1B-6EFA-4E36-AE60-E978C66F0D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10105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6CD30-1523-45E2-9237-ECEAB48C50E8}" type="datetimeFigureOut">
              <a:rPr lang="zh-TW" altLang="en-US" smtClean="0"/>
              <a:t>2026/10/5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5F5AC-016A-4A80-A5C2-27F05F9D97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628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296315A3-9032-F201-BBE0-DCF1E284C8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sp>
        <p:nvSpPr>
          <p:cNvPr id="2" name="標題 22">
            <a:extLst>
              <a:ext uri="{FF2B5EF4-FFF2-40B4-BE49-F238E27FC236}">
                <a16:creationId xmlns:a16="http://schemas.microsoft.com/office/drawing/2014/main" id="{79256E4C-BBB3-F4EF-4575-2E9C1831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4857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3" name="文字版面配置區 5">
            <a:extLst>
              <a:ext uri="{FF2B5EF4-FFF2-40B4-BE49-F238E27FC236}">
                <a16:creationId xmlns:a16="http://schemas.microsoft.com/office/drawing/2014/main" id="{A6E1F61F-101A-0690-91DE-D0570033B0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5276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pic>
        <p:nvPicPr>
          <p:cNvPr id="5" name="圖形 4">
            <a:extLst>
              <a:ext uri="{FF2B5EF4-FFF2-40B4-BE49-F238E27FC236}">
                <a16:creationId xmlns:a16="http://schemas.microsoft.com/office/drawing/2014/main" id="{D70598D0-A8AD-D246-77FD-6577B18E898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2668" y="450774"/>
            <a:ext cx="3857540" cy="49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7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33DF4201-5DEC-2FDC-1DF3-476EEFC04C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3"/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4" name="頁尾版面配置區 4">
            <a:extLst>
              <a:ext uri="{FF2B5EF4-FFF2-40B4-BE49-F238E27FC236}">
                <a16:creationId xmlns:a16="http://schemas.microsoft.com/office/drawing/2014/main" id="{87540F65-87CD-6C6D-7C2F-09D4A4A1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5A55E343-F865-91E4-FA15-92BF8924B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E3E0B239-8BA9-5B22-4759-168A4206D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29029" y="1574164"/>
            <a:ext cx="4491593" cy="41215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5" name="標題 22">
            <a:extLst>
              <a:ext uri="{FF2B5EF4-FFF2-40B4-BE49-F238E27FC236}">
                <a16:creationId xmlns:a16="http://schemas.microsoft.com/office/drawing/2014/main" id="{2DB15313-D7B9-05DF-1CAE-1059D2BCF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391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0F7A88E-D44F-2933-E9C4-14D87A5665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10" name="標題 22">
            <a:extLst>
              <a:ext uri="{FF2B5EF4-FFF2-40B4-BE49-F238E27FC236}">
                <a16:creationId xmlns:a16="http://schemas.microsoft.com/office/drawing/2014/main" id="{59FA8356-E8DD-76B4-5DAB-17A19E506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291" y="1558384"/>
            <a:ext cx="5359906" cy="913944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endParaRPr lang="zh-TW" altLang="en-US" dirty="0"/>
          </a:p>
        </p:txBody>
      </p:sp>
      <p:sp>
        <p:nvSpPr>
          <p:cNvPr id="6" name="頁尾版面配置區 4">
            <a:extLst>
              <a:ext uri="{FF2B5EF4-FFF2-40B4-BE49-F238E27FC236}">
                <a16:creationId xmlns:a16="http://schemas.microsoft.com/office/drawing/2014/main" id="{D2A5E82D-1701-8097-24BD-A40A303AC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C636A1CB-A47A-70E7-8341-AF4E6A2EB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14" name="文字版面配置區 5">
            <a:extLst>
              <a:ext uri="{FF2B5EF4-FFF2-40B4-BE49-F238E27FC236}">
                <a16:creationId xmlns:a16="http://schemas.microsoft.com/office/drawing/2014/main" id="{3D57D4E3-466B-F37C-94E9-4316C2EDD1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5665" y="2637655"/>
            <a:ext cx="4690533" cy="2467743"/>
          </a:xfrm>
        </p:spPr>
        <p:txBody>
          <a:bodyPr>
            <a:normAutofit/>
          </a:bodyPr>
          <a:lstStyle>
            <a:lvl1pPr marL="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83A233EB-4F1C-C1BE-EE2F-E6DCBF9B727B}"/>
              </a:ext>
            </a:extLst>
          </p:cNvPr>
          <p:cNvCxnSpPr>
            <a:cxnSpLocks/>
          </p:cNvCxnSpPr>
          <p:nvPr userDrawn="1"/>
        </p:nvCxnSpPr>
        <p:spPr>
          <a:xfrm>
            <a:off x="1066291" y="2472330"/>
            <a:ext cx="5359906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700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22">
            <a:extLst>
              <a:ext uri="{FF2B5EF4-FFF2-40B4-BE49-F238E27FC236}">
                <a16:creationId xmlns:a16="http://schemas.microsoft.com/office/drawing/2014/main" id="{8DC90A93-214B-7E1A-1224-4B8404FA6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48AED433-A3D3-13A9-C64A-C1BCBD58F6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15174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7222"/>
            <a:ext cx="5427210" cy="495195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9DE40350-99D9-B04A-08E7-7D34B5E2219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59065" y="1437222"/>
            <a:ext cx="5427210" cy="49519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pic>
        <p:nvPicPr>
          <p:cNvPr id="10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B0E74920-CCE3-AD0A-81AD-5076A9113C6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3" name="頁尾版面配置區 4">
            <a:extLst>
              <a:ext uri="{FF2B5EF4-FFF2-40B4-BE49-F238E27FC236}">
                <a16:creationId xmlns:a16="http://schemas.microsoft.com/office/drawing/2014/main" id="{DCFB3551-A66B-5033-9475-EFCF4022B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0D83EF-D797-A055-3F82-BAFFEC73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7" name="標題 22">
            <a:extLst>
              <a:ext uri="{FF2B5EF4-FFF2-40B4-BE49-F238E27FC236}">
                <a16:creationId xmlns:a16="http://schemas.microsoft.com/office/drawing/2014/main" id="{3FD9C074-B93F-02AC-0718-67BD93B28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8" name="文字版面配置區 5">
            <a:extLst>
              <a:ext uri="{FF2B5EF4-FFF2-40B4-BE49-F238E27FC236}">
                <a16:creationId xmlns:a16="http://schemas.microsoft.com/office/drawing/2014/main" id="{67DD077B-8E85-4451-9E7F-6B3782D4B7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72446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_無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4" name="標題 22">
            <a:extLst>
              <a:ext uri="{FF2B5EF4-FFF2-40B4-BE49-F238E27FC236}">
                <a16:creationId xmlns:a16="http://schemas.microsoft.com/office/drawing/2014/main" id="{AED04AC0-B8AA-CF4B-0B44-9B1DA2343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1089377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5" name="文字版面配置區 5">
            <a:extLst>
              <a:ext uri="{FF2B5EF4-FFF2-40B4-BE49-F238E27FC236}">
                <a16:creationId xmlns:a16="http://schemas.microsoft.com/office/drawing/2014/main" id="{AB0B1B1C-096C-F6D4-901F-F00A7C183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1089378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55060235-ABDB-2658-8864-CBBC1F24A7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05806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513CD57-DD09-17D5-B102-6F347923CE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5" name="圖形 4">
            <a:extLst>
              <a:ext uri="{FF2B5EF4-FFF2-40B4-BE49-F238E27FC236}">
                <a16:creationId xmlns:a16="http://schemas.microsoft.com/office/drawing/2014/main" id="{7D4709F3-40B3-06D6-AB2D-93898D13C1D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6" name="標題 22">
            <a:extLst>
              <a:ext uri="{FF2B5EF4-FFF2-40B4-BE49-F238E27FC236}">
                <a16:creationId xmlns:a16="http://schemas.microsoft.com/office/drawing/2014/main" id="{23D48F7A-3F1F-4329-1211-400E999EB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3841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2631B874-6616-2955-7E7A-0E6987140A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4260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3877963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FDF5C43-AB60-0FED-FFB9-19495D00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592139-8FC5-3643-4B0D-804E16658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F6A111-24DC-635D-D015-EDEB19D48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0750B2-8042-7E5A-D4BA-2DC95B8C8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C41E099-1AA8-7B80-DD06-E354FBED5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0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0" indent="-18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72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08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44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5D9BE6-4BEC-7ECB-2700-52511025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Kafka 安全整理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7800F6-27CD-3259-1507-AA36A5B7EC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>
                <a:latin typeface="微軟正黑體"/>
                <a:ea typeface="微軟正黑體"/>
              </a:rPr>
              <a:t>應用系統、C3 使用者、叢集連線設定</a:t>
            </a:r>
          </a:p>
        </p:txBody>
      </p:sp>
    </p:spTree>
    <p:extLst>
      <p:ext uri="{BB962C8B-B14F-4D97-AF65-F5344CB8AC3E}">
        <p14:creationId xmlns:p14="http://schemas.microsoft.com/office/powerpoint/2010/main" val="27814188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總覽:三個對象的認證與授權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應用系統、C3 使用者、叢集連線設定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2</a:t>
            </a:fld>
            <a:endParaRPr lang="zh-TW" altLang="en-US" sz="900"/>
          </a:p>
        </p:txBody>
      </p:sp>
      <p:graphicFrame>
        <p:nvGraphicFramePr>
          <p:cNvPr id="2" name="e6833097-a692-44e7-9537-c35be89721f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296974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134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424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對象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帳號在哪裡管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84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b="1" dirty="0">
                          <a:solidFill>
                            <a:srgbClr val="E9713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直連 broker:SCRAM 帳號;經 REST Proxy:client 憑證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綁在帳號或憑證的名稱上,只開放自己的 topic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內;憑證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84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使用者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帳號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群組對應 RBAC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849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叢集連線設定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內部帳號;C3 與 REST Proxy 用 client 憑證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內部帳號是 super user;元件依 RBAC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內與設定檔</a:t>
                      </a:r>
                      <a:endParaRPr lang="zh-TW" sz="13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ea452e54-c182-448d-97da-b895115c299d"/>
          <p:cNvSpPr/>
          <p:nvPr/>
        </p:nvSpPr>
        <p:spPr>
          <a:xfrm>
            <a:off x="548640" y="5079039"/>
            <a:ext cx="11091672" cy="42424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所有連線都走 TLS;各元件共用一組 server 憑證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應用系統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兩種連線方式:直連 Kafka broker,或經 REST Proxy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graphicFrame>
        <p:nvGraphicFramePr>
          <p:cNvPr id="2" name="e003d1b2-64b6-494a-b7d7-2b1b796098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3835205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07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直連 Kafka broker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經 REST Proxy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71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1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適用的系統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能使用 Kafka 用戶端程式的系統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只能用 HTTP 的系統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1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帳號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1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綁在帳號上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綁在憑證的名稱上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21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建議的 role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讀資料:DeveloperRead;寫資料:DeveloperWrite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相同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21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開放範圍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只開放自己的 topic 與 consumer group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相同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21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帳號在哪裡管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 內;新系統上線時建帳號並綁 role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不另建帳號;新系統上線時簽發憑證並綁 role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21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要定期做的事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更換密碼(密碼不會自動到期)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憑證到期前更換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C3 使用者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AD 帳號認證;AD 群組對應 RBAC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" name="515bbfaf-04ae-415f-a024-0f2662fbaaf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1527296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14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63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做法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透過 AD 帳號認證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透過 AD 群組對應 RBAC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帳號管理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5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帳號與群組都在 AD;人員異動只改 AD 群組,Kafka 不用改</a:t>
                      </a:r>
                      <a:endParaRPr lang="zh-TW" sz="125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b496f68f-f4d2-4dd3-b6e5-a270a078de01"/>
          <p:cNvSpPr/>
          <p:nvPr/>
        </p:nvSpPr>
        <p:spPr>
          <a:xfrm>
            <a:off x="548640" y="3314165"/>
            <a:ext cx="11091672" cy="280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zh-TW" altLang="en-US" sz="13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建議的 RBAC 群組</a:t>
            </a:r>
            <a:endParaRPr lang="en-US" sz="1350" dirty="0"/>
          </a:p>
        </p:txBody>
      </p:sp>
      <p:graphicFrame>
        <p:nvGraphicFramePr>
          <p:cNvPr id="7" name="8cd3679e-265e-4799-9edc-c2caa64f66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636594"/>
          <a:ext cx="11091672" cy="2494583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908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3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群組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對應的 role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用途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3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kafka-&lt;系統&gt;-read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DeveloperRead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看 topic、讀資料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3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kafka-ops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Operator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看叢集狀態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3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kafka-topic-admin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ClusterAdmin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建立、刪除、修改 topic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3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kafka-rbac-admin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UserAdmin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管理授權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3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kafka-security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SecurityAdmin、AuditAdmin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檢視授權設定、管理 audit 設定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3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b="1" dirty="0">
                          <a:solidFill>
                            <a:srgbClr val="B3261E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kafka-breakglass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SystemAdmin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2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全部權限,緊急時才用</a:t>
                      </a:r>
                      <a:endParaRPr lang="zh-TW" sz="12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叢集連線設定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元件之間用內部帳號或 client 憑證;全部走 TLS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5</a:t>
            </a:fld>
            <a:endParaRPr lang="zh-TW" altLang="en-US" sz="900"/>
          </a:p>
        </p:txBody>
      </p:sp>
      <p:graphicFrame>
        <p:nvGraphicFramePr>
          <p:cNvPr id="5" name="a10a5b93-4037-491c-b31e-95c2c47f7f7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2833981"/>
        </p:xfrm>
        <a:graphic>
          <a:graphicData uri="http://schemas.openxmlformats.org/drawingml/2006/table">
            <a:tbl>
              <a:tblPr/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36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連線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認證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授權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96B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 連 broker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內部帳號(SCRAM)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super user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b="1" dirty="0">
                          <a:solidFill>
                            <a:srgbClr val="196B24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broker、controller 連 controller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內部帳號(PLAIN,寫在設定檔)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super user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b="1" dirty="0">
                          <a:solidFill>
                            <a:srgbClr val="7A4EAB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C3、REST Proxy 連 broker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client 憑證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綁在憑證的名稱上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091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b="1" dirty="0">
                          <a:solidFill>
                            <a:srgbClr val="156082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連 AD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的唯讀查詢帳號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只能查詢使用者與群組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e067480b-44ab-4aa0-ade6-a5aba2e18683"/>
          <p:cNvSpPr/>
          <p:nvPr/>
        </p:nvSpPr>
        <p:spPr>
          <a:xfrm>
            <a:off x="548640" y="4739640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傳輸加密:各元件共用一組 server 憑證,並信任同一張 CA 憑證</a:t>
            </a:r>
            <a:endParaRPr lang="en-US" sz="1300" dirty="0"/>
          </a:p>
        </p:txBody>
      </p:sp>
      <p:sp>
        <p:nvSpPr>
          <p:cNvPr id="7" name="cbb652d7-e2e4-4f6f-949d-2a2a5bbb0438"/>
          <p:cNvSpPr/>
          <p:nvPr/>
        </p:nvSpPr>
        <p:spPr>
          <a:xfrm>
            <a:off x="548640" y="5265708"/>
            <a:ext cx="11091672" cy="40727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marL="0" indent="0" algn="ctr">
              <a:buNone/>
            </a:pPr>
            <a:r>
              <a:rPr lang="zh-TW" altLang="en-US" sz="13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帳號管理:建置時設定一次;之後只有更換密碼與憑證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需要準備的事項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依三個對象整理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6</a:t>
            </a:fld>
            <a:endParaRPr lang="zh-TW" altLang="en-US" sz="900"/>
          </a:p>
        </p:txBody>
      </p:sp>
      <p:graphicFrame>
        <p:nvGraphicFramePr>
          <p:cNvPr id="2" name="bb750785-8df0-470e-a7b5-35273eaef3b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11091672" cy="3953995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94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030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要準備什麼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用在哪個對象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說明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8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90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的唯讀查詢帳號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使用者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用來查詢使用者與群組;不用真人帳號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90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建立 AD 群組並放入成員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 使用者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依建議的 RBAC 群組;高權限群組先保持空的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90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一組 server 憑證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叢集連線設定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憑證上的名稱要涵蓋所有元件的主機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90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C3、REST Proxy 的 client 憑證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叢集連線設定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元件用來向叢集證明自己的身分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90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經 REST Proxy 的應用系統:各一張 client 憑證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憑證上的名稱就是授權用的帳號,命名要先定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90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應用系統清單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直連或經 REST Proxy;各自讀寫哪些 topic 與 consumer group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909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topic 與 consumer group 的命名規範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應用系統、C3 使用者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zh-TW" altLang="en-US" sz="13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有規範才能依名稱的開頭一次授權</a:t>
                      </a:r>
                      <a:endParaRPr lang="zh-TW" sz="13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DAA4B3EF1C1EC54090190B80065697EC" ma:contentTypeVersion="12" ma:contentTypeDescription="建立新的文件。" ma:contentTypeScope="" ma:versionID="adf174d9c9c77815f1856062b94d0799">
  <xsd:schema xmlns:xsd="http://www.w3.org/2001/XMLSchema" xmlns:xs="http://www.w3.org/2001/XMLSchema" xmlns:p="http://schemas.microsoft.com/office/2006/metadata/properties" xmlns:ns2="87643090-462e-4483-8fee-104e11aaa7c6" xmlns:ns3="81fbc0a5-bf19-4add-b132-07e20741ab60" targetNamespace="http://schemas.microsoft.com/office/2006/metadata/properties" ma:root="true" ma:fieldsID="dc2c921a8025a671c896172cdcf0cd5b" ns2:_="" ns3:_="">
    <xsd:import namespace="87643090-462e-4483-8fee-104e11aaa7c6"/>
    <xsd:import namespace="81fbc0a5-bf19-4add-b132-07e20741ab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643090-462e-4483-8fee-104e11aaa7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fbc0a5-bf19-4add-b132-07e20741ab6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86279918-8EC7-4ECB-A798-E15F186ABB7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8E66D0B-AA1B-4EED-A6EC-86D221198FF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7643090-462e-4483-8fee-104e11aaa7c6"/>
    <ds:schemaRef ds:uri="81fbc0a5-bf19-4add-b132-07e20741ab6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D6D8F05-3EF5-4272-8592-C532046A55FC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6653</TotalTime>
  <Words>823</Words>
  <Application>Microsoft Office PowerPoint</Application>
  <PresentationFormat>寬螢幕</PresentationFormat>
  <Paragraphs>134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2" baseType="lpstr">
      <vt:lpstr>微軟正黑體</vt:lpstr>
      <vt:lpstr>Aptos</vt:lpstr>
      <vt:lpstr>Arial</vt:lpstr>
      <vt:lpstr>Arial Black</vt:lpstr>
      <vt:lpstr>Wingdings</vt:lpstr>
      <vt:lpstr>Office 佈景主題</vt:lpstr>
      <vt:lpstr>Kafka 安全整理</vt:lpstr>
      <vt:lpstr>總覽:三個對象的認證與授權</vt:lpstr>
      <vt:lpstr>應用系統</vt:lpstr>
      <vt:lpstr>C3 使用者</vt:lpstr>
      <vt:lpstr>叢集連線設定</vt:lpstr>
      <vt:lpstr>需要準備的事項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洪瑀宣(Shally Hung)</dc:creator>
  <cp:lastModifiedBy>user</cp:lastModifiedBy>
  <cp:revision>93</cp:revision>
  <dcterms:created xsi:type="dcterms:W3CDTF">2025-04-18T08:33:56Z</dcterms:created>
  <dcterms:modified xsi:type="dcterms:W3CDTF">2026-10-05T10:47:35Z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1e43920-ae8e-42a0-9a5c-464554aa03b2_Enabled">
    <vt:lpwstr>true</vt:lpwstr>
  </property>
  <property fmtid="{D5CDD505-2E9C-101B-9397-08002B2CF9AE}" pid="3" name="MSIP_Label_01e43920-ae8e-42a0-9a5c-464554aa03b2_SetDate">
    <vt:lpwstr>2025-04-18T09:16:17Z</vt:lpwstr>
  </property>
  <property fmtid="{D5CDD505-2E9C-101B-9397-08002B2CF9AE}" pid="4" name="MSIP_Label_01e43920-ae8e-42a0-9a5c-464554aa03b2_Method">
    <vt:lpwstr>Standard</vt:lpwstr>
  </property>
  <property fmtid="{D5CDD505-2E9C-101B-9397-08002B2CF9AE}" pid="5" name="MSIP_Label_01e43920-ae8e-42a0-9a5c-464554aa03b2_Name">
    <vt:lpwstr>IISIGroup - 普通文件</vt:lpwstr>
  </property>
  <property fmtid="{D5CDD505-2E9C-101B-9397-08002B2CF9AE}" pid="6" name="MSIP_Label_01e43920-ae8e-42a0-9a5c-464554aa03b2_SiteId">
    <vt:lpwstr>54aa2fea-ecb3-4c71-80b3-de9a356e77c1</vt:lpwstr>
  </property>
  <property fmtid="{D5CDD505-2E9C-101B-9397-08002B2CF9AE}" pid="7" name="MSIP_Label_01e43920-ae8e-42a0-9a5c-464554aa03b2_ActionId">
    <vt:lpwstr>74a092f3-de5e-48a5-8d80-572223daa2ef</vt:lpwstr>
  </property>
  <property fmtid="{D5CDD505-2E9C-101B-9397-08002B2CF9AE}" pid="8" name="MSIP_Label_01e43920-ae8e-42a0-9a5c-464554aa03b2_ContentBits">
    <vt:lpwstr>0</vt:lpwstr>
  </property>
  <property fmtid="{D5CDD505-2E9C-101B-9397-08002B2CF9AE}" pid="9" name="MSIP_Label_01e43920-ae8e-42a0-9a5c-464554aa03b2_Tag">
    <vt:lpwstr>10, 3, 0, 1</vt:lpwstr>
  </property>
  <property fmtid="{D5CDD505-2E9C-101B-9397-08002B2CF9AE}" pid="10" name="ContentTypeId">
    <vt:lpwstr>0x010100DAA4B3EF1C1EC54090190B80065697EC</vt:lpwstr>
  </property>
</Properties>
</file>