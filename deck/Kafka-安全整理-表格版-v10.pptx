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共用一組設定。補充(原大綱沒列):C3、REST Proxy、bootstrap 與經 REST Proxy 的 legacy app 另外各有一張 client 憑證,用來向 MDS 或 REST Proxy 證明身分(見認證與元件交互各頁);共用的 server 憑證只做加密,它的 CN 不綁任何 role。AD 的 LDAPS 憑證若由中繼 CA 簽發而 AD 沒有送出完整鏈,中繼 CA 也要匯入,此情況未實測。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Proxy→MDS。補充(原大綱沒列,已併入表格最後一列與後兩欄):外部 client 連進來時也需要信任同一張 root CA:人的 CLI 與服務連 broker;瀏覽器連 C3;腳本與 legacy app 連 REST Proxy;bootstrap 與腳本直接呼叫 MDS。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token。補充:元件處理自己的工作時帶元件自己的 token;人經 C3 或 REST Proxy 操作時帶本人的 token;legacy app 經 REST Proxy 時帶代表該 app 的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對應的建議做法。設計原則:①人不寫資料(讀取群組只讀,維運群組連資料都讀不到),寫資料只由服務帳號做(SCRAM,綁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的實際權限未在 demo 實測。依系統切群組會讓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group。Topic 的名稱與 consumer group 的名稱是兩套各自獨立的名稱,前綴不一定相同,要分開綁定、分開規範;另外資源類型 Group 指 consumer group,與主體的 Group:(AD 群組)不同。demo 的做法是 Topic 與 Group 各綁一筆前綴(例如 Topic orders. 與 Group demo-)。只寫資料的服務只需要 Topic 的 DeveloperWrite。使用交易(transaction)的 producer 另需要 TransactionalId 資源的權限,這點未在 demo 實測。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 更正與補充:官方 Predefined roles 頁除了這十個角色,另列有 KsqlAdmin(本方案範圍沒有 ksqlDB,未列入);十個是 demo 的 MDS 實際回傳的數量。SecurityAdmin 依官方原文是 Enables management of platform-wide security initiatives(設定加密、audit log 追蹤等安全功能),實際權限未在 demo 實測。右側資源名稱(orders.、infra.、demo-)是範例。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 legacy app 連 REST Proxy 的步驟見後兩頁。補充(原大綱沒列):人用腳本或 Postman 經 REST Proxy 時用 Basic(AD 帳號密碼),REST Proxy 把帳密轉給 MDS 驗證並取得本人的 token,不經 impersonate。用詞:原大綱的「服務 → REST Proxy」在這裡改稱 legacy app(只能 HTTP、用憑證的服務),以便和認證頁用 SCRAM 直連 broker 的「服務」區分。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Bearer。補充(demo 實測,2026-10-05):轉給 MDS 的路徑,C3 不先驗 token;帶偽造的 token 時 MDS 回 401。完全不帶 token 時,C3 內部的 HTTP 客戶端會向 MDS 出示共用的 server 憑證,MDS 把請求認成 User:kafka.demo.local;這個身分沒有任何 role,所以查詢授權資料回 403,只有不需要權限的角色清單回 200。因此共用憑證的身分不可以綁任何 role。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交互。補充(原大綱沒列,已併入第 3 步):REST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準備事項依前面各頁整理。共用的 server 憑證:SAN 要涵蓋 broker、controller、MDS、C3、REST Proxy 對外的網域或 IP。client 憑證:C3、REST Proxy、bootstrap 與每個 legacy app 各一張,憑證的 CN 經對映後就是 RBAC 綁定的主體,所以 CN 的命名要先定。MDS 的 token 簽章金鑰對:私鑰用來簽發 token,公鑰給 broker、REST Proxy、C3 驗證;輪替流程未在 demo 驗證。內部帳號:連 broker 用的 SCRAM 帳號要在初始化(format)叢集時預先建立,否則授權器起不來(demo 實測);連 controller 用的 PLAIN 帳號寫在 JAAS 設定。服務帳號:每個服務一個 SCRAM 帳號,SCRAM 密碼不會自動到期。bootstrap 是 super user,不受授權檢查,官方建議只給少數人。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唯讀查詢帳號:broker 驗證人的密碼時先用它搜尋使用者,MDS 也用它定期查群組。使用者與群組的位置(搜尋的起點)要由 AD 管理員提供;官方說明群組綁定的使用者 ID 大小寫要與 AD 紀錄一致。AD 群組:依「AD 群組對應 RBAC role」頁建立,讀取群組依系統各一個,建 topic、改授權、緊急用的群組平時保持空的。命名規範:topic 與 consumer group 是兩套各自獨立的名稱,要分別定前綴,才能用前綴綁定;沒有規範時只能逐一綁定,role binding 數量會變多(官方建議上限 1000 筆)。防火牆(補充,前面各頁沒有列):元件之間的九條連線見「哪些連線要設信任庫」頁,另外要開 broker 連 AD(LDAPS),以及人、服務、legacy app 連到 broker、C3、REST Proxy;controller 的埠與 broker 的內部埠只開給叢集節點。實際的埠號依部署設定,本頁不列。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2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ba2ffd6a-0ef6-4aad-800e-cbf9c7883fa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時才需要;有中繼 CA 時可能也要匯入(未實測)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af850250-22e8-4721-83ff-1aabcedbb0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0E284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外部 client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e6b21bcf-212d-4033-89c9-4b48744a5ecb"/>
          <p:cNvSpPr/>
          <p:nvPr/>
        </p:nvSpPr>
        <p:spPr>
          <a:xfrm>
            <a:off x="548640" y="5291163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標「需要」的每一條連線,client 端都匯入同一張 root CA 憑證</a:t>
            </a:r>
            <a:endParaRPr lang="en-US" sz="1250" dirty="0"/>
          </a:p>
        </p:txBody>
      </p:sp>
      <p:sp>
        <p:nvSpPr>
          <p:cNvPr id="4" name="3484230e-e530-4f0a-b73a-8ff4213549e6"/>
          <p:cNvSpPr/>
          <p:nvPr/>
        </p:nvSpPr>
        <p:spPr>
          <a:xfrm>
            <a:off x="548640" y="57578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外部 client:人的 CLI 與瀏覽器、服務、legacy app、bootstrap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562d7492-8b91-40a3-98d7-281b6f939ae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4766ec7f-da7f-48e8-a014-61fd9def25df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9f8116c0-5f6b-4c4f-b370-9b9c096a9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topic 的資料讀進本地快取;用已認證的使用者查出所屬群組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a25f5604-a557-4fd1-a33b-7f0ea38d60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148840"/>
                <a:gridCol w="2971800"/>
                <a:gridCol w="1828800"/>
                <a:gridCol w="19019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管理安全功能與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8995b2b5-6e6d-4e83-89cd-12c34b8d53c9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a46fe1-3ce4-4edc-8ec7-de48bd296535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b2af8e9f-d556-4a71-b9de-5169ff627eff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de0a3d7e-b926-4aaf-a661-e525971663bb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650adfe3-7280-4bdf-8acd-6a45a69e30bf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f6c7f388-92f3-4883-94c1-2bfdfbb02d9d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288c5367-3f88-4339-92d3-30cd9861782f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3a31117d-94b5-4cba-ba63-3e734213ad8e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3d480d73-697a-46fa-acce-e30b52ffb9f1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19c5a2ea-d337-43c3-9b10-e0578c799a62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a889086e-d119-40d5-87bf-d4a54de13387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fe1ee109-154b-40f3-aad0-350e203a0a34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80aeb062-0400-42f0-9972-3b1871b6a66f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管理平台的安全功能</a:t>
            </a:r>
            <a:endParaRPr lang="en-US" sz="1100" dirty="0"/>
          </a:p>
        </p:txBody>
      </p:sp>
      <p:sp>
        <p:nvSpPr>
          <p:cNvPr id="14" name="2f7cc1f3-7754-4a64-a937-ab901ae1035a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513f3c3c-5615-4219-ad96-004b08dc5f9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34f60ae0-9657-43dc-8e0b-2cdb09821642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b5551ab8-3f22-4fbc-8b50-ec088d90d2fc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8590b288-819e-4b72-a50a-7d4c81623807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1cb7c89d-d82e-4c8c-a4e3-14dc17e77a78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e60f033c-6c06-483d-8186-10d3c08208b9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5b5a7b50-3a34-4f54-964b-ac63b44f4644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f27d2ef6-c64f-4752-9609-a5bf4c69da6c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a0e3dc9a-489e-4a8f-a000-0a98e0140278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4f4e3f9a-034d-4b09-8fe8-0c31fe561daf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f535c019-47f5-4676-a8b2-cb63d87bd695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0de92d88-aaf1-4bab-87d3-67d3f77f9b42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57fa1b3f-832e-47d0-a3ca-87c7172b5c89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9092ac82-f4eb-43b8-ad51-7aecf6e626d0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e5bd960e-54d2-4a5c-a0ee-ceeb27830dff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f99efca8-63eb-486e-999b-88152957540c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e83fa907-015f-404f-84b9-2d7b1f8fa40b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83ad97c8-4259-4bc2-ba9e-ad5899ef55a7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c57697f1-ed7c-42d9-a350-e7eb8f145f91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78736ee8-e507-4fd7-8cc6-2733831cfb42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d09ea7f6-3fe1-4803-8323-f6cddd54c3d6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1ec4b319-7d86-400d-88ca-b1c3c4672f1f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acae43d4-2bf0-492e-95da-814ffe652024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f6dc947f-26a1-45df-b357-487323661f26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d9c5249b-d218-4970-9809-7e4296ae4065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522c533e-39f4-49a0-9242-8b9eab3c965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95daa6e3-c40d-477a-bba2-4335acf6e8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69cf3375-ab89-478d-ad60-e84cd684625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ce82e0e0-5f54-4f98-9827-41f0f6e82df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 client 憑證向 MDS 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6af6cb18-8d53-4dfb-9061-54aa8f4639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帳號要在初始化叢集時就建立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91c7b183-9f3a-41c1-bf4f-e9ab10e6ff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role」頁;高權限群組先保持空的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