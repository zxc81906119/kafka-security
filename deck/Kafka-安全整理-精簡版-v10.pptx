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應用系統、管理介面(C3)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97beea04-9e7f-4d47-8db1-8cfbab887a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383280"/>
                <a:gridCol w="249631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綁在帳號或憑證的名稱上,只授權指定的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broker:Kafka 內;REST Proxy:憑證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 (C3)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內部互連:內部帳號或專用憑證;C3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依選用的方案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47f01dc9-c290-4a27-9d4b-d8994b9ece84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dbb1b3ac-0fd5-4662-9cfd-a300cd9dd88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只開放應用系統的 topic 與 consumer group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內;新系統上線申請帳號並綁定可存取資源(topic)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不另建帳號;新系統上線時簽發憑證,綁定可存取資源(topic)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密碼管理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於 Kafka 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依據憑證效期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管理介面(C3)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帳號認證 + AD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b429f1a0-6e42-4926-b27f-7c9e22466c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AD;人員異動只改 AD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9a5bb867-6f12-46b4-97e8-cba20d92b96a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ac454508-4ce6-4b11-980f-6842358fa1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69087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檢視授權設定、管理 audit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menu):分層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操作員只能從選單執行審核過的作業;能不能做由 Kafka 的 RBAC 或主機的 sudo 規則決定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1327355b-fd0e-4454-8ba5-01486fed4a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448056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真正的門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健康檢查、topic 狀態、consumer 落後量、磁碟、憑證到期日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RBAC:唯讀;不需單號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broker、查看服務日誌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 sudo 規則,只開放指定指令;需單號;一次只重啟一台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topic、新增應用系統帳號、更換密碼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RBAC;需變更單;刪除要雙人確認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kafka-rbac-admin、kafka-breakglass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 audit、緊急模式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RBAC;緊急模式用 bootstrap 憑證,經 sudo 切換專用帳號才讀得到;雙人確認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2320d327-adf0-4d1c-8422-163769e6e4c2"/>
          <p:cNvSpPr/>
          <p:nvPr/>
        </p:nvSpPr>
        <p:spPr>
          <a:xfrm>
            <a:off x="548640" y="4951764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的動作由 RBAC 依操作員本人的 AD 帳號判斷;主機的動作由 sudo 規則判斷;兩邊的群組都在 AD,選單本身不判斷權限</a:t>
            </a:r>
            <a:endParaRPr lang="en-US" sz="1200" dirty="0"/>
          </a:p>
        </p:txBody>
      </p:sp>
      <p:sp>
        <p:nvSpPr>
          <p:cNvPr id="4" name="2f72ea12-2ca8-4609-8247-90550561d98c"/>
          <p:cNvSpPr/>
          <p:nvPr/>
        </p:nvSpPr>
        <p:spPr>
          <a:xfrm>
            <a:off x="548640" y="546086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每次執行留紀錄:時間、操作者、項目、單號、結果;變更類執行前顯示影響並要求確認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menu):做法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一支 shell 選單放在跳板機;環境相依的部分獨立成一個檔案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23d75611-d5dc-4254-986c-78c99672c90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507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部分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負責什麼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調整時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核心流程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 AD 帳號登入跳板機,選單就是登入殼層;登入身分 → 選單 → 單號 → 確認 → 執行 → 記錄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選單項目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每個項目一段:編號、層級、是否需單號與確認、做什麼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新增項目加一段即可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環境後端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怎麼執行 Kafka 工具、重啟服務(systemd)、看日誌、看磁碟、列憑證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節點或服務名稱變動時只改這個檔案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8b8db6ea-258c-485a-a7e8-54da0db0d1d2"/>
          <p:cNvSpPr/>
          <p:nvPr/>
        </p:nvSpPr>
        <p:spPr>
          <a:xfrm>
            <a:off x="548640" y="3763868"/>
            <a:ext cx="11091672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編號範例:十位數是層級,個位數是項目</a:t>
            </a:r>
            <a:endParaRPr lang="en-US" sz="1300" dirty="0"/>
          </a:p>
        </p:txBody>
      </p:sp>
      <p:graphicFrame>
        <p:nvGraphicFramePr>
          <p:cNvPr id="11" name="05812c51-89dc-4ca3-8805-97042f6697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543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項目編號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11 健康檢查  12 topic 狀態  13 consumer 落後量  14 topic 設定  15 應用系統連線  16 磁碟用量  17 憑證到期日  18 收集診斷資訊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 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21 重啟單一 broker  22 重啟 REST Proxy 或 C3  23 查看服務日誌  24 清理過期日誌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 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31 建立 topic  32 修改 topic 設定  33 刪除 topic  34 新增應用系統帳號  35 更換應用系統密碼  36 重設 consumer 讀取位置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 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41 查看權限  42 指派或移除權限  43 匯出 audit 紀錄  91 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元件之間的連線;全部走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7" name="848579ab-3f85-4cdd-924f-6ca27162a7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31363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兩個方案,見下一頁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05dc12eb-8706-4d2f-9321-2cf1ba16ab98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叢集內部連線:兩個方案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controller 與 broker 之間的認證方式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f0374c12-e528-4333-be94-723a6fc62e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A:內部帳號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B:共用一張專用憑證(mTLS)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憑證的名稱是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要管的東西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兩份密碼:Kafka 內一份、設定檔一份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一張憑證,只放在 broker 與 controller;要含這些主機的名稱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定期要做的事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更換密碼,兩邊都要改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憑證到期前更換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初始化叢集時要先建帳號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多一張憑證;不需要任何內部帳號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f3d7c4ce-f32a-4d36-aa7b-e0193552fba2"/>
          <p:cNvSpPr/>
          <p:nvPr/>
        </p:nvSpPr>
        <p:spPr>
          <a:xfrm>
            <a:off x="548640" y="523176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方案 B 不能用共用的 server 憑證:管理介面(C3)也持有它,實測會讓未登入的人取得最高權限</a:t>
            </a:r>
            <a:endParaRPr lang="en-US" sz="1250" dirty="0"/>
          </a:p>
        </p:txBody>
      </p:sp>
      <p:sp>
        <p:nvSpPr>
          <p:cNvPr id="4" name="ded28111-75ae-44c7-879e-9ed46f20ade6"/>
          <p:cNvSpPr/>
          <p:nvPr/>
        </p:nvSpPr>
        <p:spPr>
          <a:xfrm>
            <a:off x="548640" y="574086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兩個方案的內部埠都要用防火牆限制,只開放給 broker 與 controller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8fffa87e-b7ea-47ee-9be1-e48ae0c39a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管理介面對 AD 查詢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群組;高權限群組先保持空的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跳板機接 AD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操作員用本人帳號登入,選單沿用這個身分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操作員的作業項目清單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依客戶現有 SOP 確認哪些項目要放進選單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各節點是否接 AD;sudo 規則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節點接 AD 則 sudo 規則引用 AD 群組;否則用共用維運帳號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