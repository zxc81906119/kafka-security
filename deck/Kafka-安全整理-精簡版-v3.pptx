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應用系統、C3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396bc97e-8b59-42e3-8c08-8f3cfe949dd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566160"/>
                <a:gridCol w="231343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broker:SCRAM 帳號;經 REST Proxy:client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綁在帳號或憑證的名稱上,只開放自己的 topic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使用者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群組對應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內部帳號;C3 與 REST Proxy 用 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user;元件依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內與設定檔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01171dd8-e8fc-4885-9965-b5e7fa881481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兩種連線方式:直連 Kafka broker,或經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ae56654c-3fef-4bbe-860e-dc62193c9d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Kafka 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適用的系統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能使用 Kafka 用戶端程式的系統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讀資料:DeveloperRead;寫資料:DeveloperWrite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只開放自己的 topic 與 consumer group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內;新系統上線時建帳號並綁 role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不另建帳號;新系統上線時簽發憑證並綁 role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要定期做的事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更換密碼(密碼不會自動到期)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憑證到期前更換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LDAP 帳號認證;LDAP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02f789e1-f385-41c0-bb2e-0a57d4bb59c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LDAP 帳號認證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LDAP 群組對應 RBAC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帳號與群組都在 LDAP;人員異動只改 LDAP 群組,Kafka 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ea22e068-0f0c-4898-b31c-735c8347a5bc"/>
          <p:cNvSpPr/>
          <p:nvPr/>
        </p:nvSpPr>
        <p:spPr>
          <a:xfrm>
            <a:off x="548640" y="3314165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350" dirty="0"/>
          </a:p>
        </p:txBody>
      </p:sp>
      <p:graphicFrame>
        <p:nvGraphicFramePr>
          <p:cNvPr id="7" name="3e252cdb-799a-40b3-aceb-8bf7d9e81fe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6594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69087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檢視授權設定、管理 audit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元件之間用內部帳號或 client 憑證;全部走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1974bf10-eef0-4bb6-a794-5e27035a44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023360"/>
                <a:gridCol w="31363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LDAP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8a51644a-2a32-4c8b-bf00-c6facba33892"/>
          <p:cNvSpPr/>
          <p:nvPr/>
        </p:nvSpPr>
        <p:spPr>
          <a:xfrm>
            <a:off x="548640" y="473964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sz="1300" dirty="0"/>
          </a:p>
        </p:txBody>
      </p:sp>
      <p:sp>
        <p:nvSpPr>
          <p:cNvPr id="4" name="1a45512f-565a-4065-a837-f1804da612c9"/>
          <p:cNvSpPr/>
          <p:nvPr/>
        </p:nvSpPr>
        <p:spPr>
          <a:xfrm>
            <a:off x="548640" y="526570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帳號管理:建置時設定一次;之後只有更換密碼與憑證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需要準備的事項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依三個對象整理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68010881-6431-4132-9375-522d54de9a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65176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用在哪個對象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用來查詢使用者與群組;不用真人帳號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LDAP 群組並放入成員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依建議的 RBAC 群組;高權限群組先保持空的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一組 server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憑證上的名稱要涵蓋所有元件的主機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的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元件用來向叢集證明自己的身分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的應用系統:各一張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憑證上的名稱就是授權用的帳號,命名要先定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直連或經 REST Proxy;各自讀寫哪些 topic 與 consumer group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應用系統、C3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有規範才能依名稱的開頭一次授權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