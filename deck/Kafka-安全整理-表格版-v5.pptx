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依原本的五頁大綱整理成表格:傳輸加密、認證、授權、與 Kafka 元件交互。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broker、controller、C3、REST Proxy、MDS 共用一組 server 私鑰與憑證,設定在 keystore;SAN 必須涵蓋這些元件對外的網域或 IP。client 端的 truststore 匯入簽發 server 憑證的 root CA 憑證。MDS 與 broker 會連 AD,AD 走 LDAPS 時,要另外設定信任庫,匯入簽發 AD server 憑證的 root CA;MDS 與 broker 共用一組設定。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原列的九條連線:broker→broker、controller→broker、MDS→broker、broker→controller、controller→controller、C3→broker、C3→MDS、REST Proxy→broker、REST Proxy→MDS。補充(原大綱沒列):外部 client(人的 CLI、服務、瀏覽器、經 REST Proxy 的 app)連到 broker、C3、REST Proxy 時,也需要信任同一張 root CA。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Kafka 叢集內部元件溝通:broker、controller 連 broker 用 SASL/SCRAM-SHA-512;broker、controller 連 controller 用 SASL/PLAIN,帳號密碼寫在 JAAS 設定。人連 broker 用 SASL/PLAIN 加 LDAP(AD)。服務連 broker 用 SASL/SCRAM-SHA-512。C3 與 REST Proxy 連 broker 用 SASL/OAUTHBEARER,會先用 client 憑證向 MDS 換 MDS token。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授權依靠內嵌元件 MDS 管理 RBAC 資訊。MDS 是 HTTP REST 服務,提供 token 簽發與 RBAC 相關的 API。RBAC 的 API 被呼叫後,會把 RBAC 資訊寫入 Kafka topic。MDS 也會定期把 AD 的 user 與 groups 對應的變更寫入同一個 topic。Kafka 用已認證的 user 對應 topic 中的 groups,再比對 RBAC 資訊,判斷這個 user 有沒有權限。補充(demo 實測):topic 是 _confluent-metadata-auth;同一時間只有一台 broker 的 MDS 負責向 AD 查詢並寫入;每台 broker 各自讀取整個 topic 更新本地快取。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AD 群組與 role 對應的建議做法。設計原則:①人預設唯讀,寫資料只由服務帳號做(SCRAM,綁 User:,只綁自己的 topic);②讀取群組依系統切 topic 前綴,避免跨系統讀取,前提是客戶有 topic 命名規範(尚未確認);③建 topic 與改授權分成兩個群組,平時是空的,依變更單臨時加入、做完移出(臨時加入與移出的流程在 demo 第 11 章實測過);④資安與稽核另設群組;⑤SystemAdmin 只在緊急時使用。建 topic 的角色選 ClusterAdmin:可建、刪、改 topic 與設定,不能讀寫資料;代價是範圍為整個叢集,不能限定前綴(DeveloperManage 可限定前綴,但不能改設定)。官方依據(Confluent Platform 文件):RBAC overview 頁:"As a best practice, grant each user the minimum role required to complete their tasks.";role binding 建議上限 1000(soft limit);群組綁定的使用者 ID 大小寫要與 AD 紀錄一致。Predefined roles 頁:建議把 SystemAdmin 限制在每個叢集一到兩人,用於初始設定或正式環境的緊急狀況;UserAdmin:"Users granted this role should be extremely trustworthy because they can grant roles to themselves and others.",並可用 audit log 監看;ClusterAdmin:"This role cannot read or write Kafka topic data because it does not have Read or Write operations on Topic.";DeveloperManage 可建立或刪除 topic,但不能改設定。官方沒有提供群組怎麼切的範本;本頁的切法是依上述原則與職責分離的要求所做的設計。SecurityAdmin 與 AuditAdmin 的實際權限未在 demo 實測。依系統切群組會讓 role binding 變多,要留意 1000 筆的建議上限。不同環境(例如測試與正式)建議各用一套群組。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bootstrap 服務帳號連 MDS:使用 mTLS 認證(須提供 client 憑證),由 MDS 做權限控管,bootstrap 應為 super user。C3、REST Proxy 連 MDS:使用 mTLS 認證,MDS 認證後簽發代表元件本身的 MDS token,元件用它與 broker 交互。人連 C3 與服務連 REST Proxy 的步驟見後兩頁。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人連 C3:瀏覽器用 Basic 登入;C3 把 Basic 資訊轉給 MDS 做 AD 驗證;MDS 回傳代表人的 MDS token 並放在回應的 cookie;C3 把 MDS token 放在回應的 cookie 給瀏覽器儲存。之後瀏覽器發請求給 C3:如果要與 MDS 交互,C3 把 MDS token 轉給 MDS 驗證;若未與 MDS 交互,則用 MDS 公鑰在本地驗證;若操作與 broker 有關,則拿 MDS token 與 broker 交互。補充(demo 實測):token 同時在回應內容與 HttpOnly 的 auth_token cookie;瀏覽器之後的請求主要用 Authorization: Bearer 標頭帶 token,兩者都有時伺服器優先看 Bearer。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服務連 REST Proxy:使用 mTLS 認證(須提供 client 憑證);REST Proxy 取出服務憑證的 CN 當作服務帳號;向 MDS 做 impersonate,取得服務的 MDS token;用 MDS token 與 broker 交互。補充:REST Proxy 呼叫 impersonate 時,是用自己的 client 憑證(CN 為 restproxy)向 MDS 認證。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6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0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端共用一組憑證;client 端只需要信任庫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cae8785f-ec0b-4c5e-8306-ae031bed8c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01752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3e1af66e-3129-4196-baac-5b38cbe4dcb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706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72861f08-9eaa-426e-972a-fb7d0d64a002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九條連線的 client 端,都匯入同一張 root CA 憑證</a:t>
            </a:r>
            <a:endParaRPr lang="en-US" sz="1250" dirty="0"/>
          </a:p>
        </p:txBody>
      </p:sp>
      <p:sp>
        <p:nvSpPr>
          <p:cNvPr id="4" name="a2ab881f-7e25-44ec-9d67-ca1e7c81a6f1"/>
          <p:cNvSpPr/>
          <p:nvPr/>
        </p:nvSpPr>
        <p:spPr>
          <a:xfrm>
            <a:off x="548640" y="560510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補充:人的 CLI、服務、瀏覽器等外部 client 連進來時,也要信任這張 root CA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54ca35c1-8c03-4be5-853f-3187e40482f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2651760"/>
                <a:gridCol w="44165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先用 client 憑證向 MDS 換 MDS token,再帶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b1472b91-bc5e-4fd0-8121-a035866f339a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e927879d-8423-4784-8fcb-3565975894f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891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用已認證的使用者,從 topic 的資料查出所屬群組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2636db2a-f694-4d8b-85a4-600915eee330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補充:各 broker 會把 topic 的資料讀進本地快取,授權時查快取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群組對應 RBAC role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建議做法:人預設唯讀,高權限群組平時是空的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67d11d3e-0837-4ce0-8a0b-e6e9a61926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86000"/>
                <a:gridCol w="1828800"/>
                <a:gridCol w="2011680"/>
                <a:gridCol w="2313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群組或身分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範圍(scope)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平時是否有人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Topic:&lt;系統&gt;. 前綴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有:該系統維護人員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有:維運人員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建、刪、改 topic 與設定;不能讀寫資料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只管授權;不碰資料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有:資安與稽核人員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檢視安全設定、管理 audit 設定(未實測)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空:緊急時一到兩人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服務帳號(SCRAM)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 或 DeveloperWrite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自己的 topic 前綴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不適用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寫資料只由服務帳號做;綁 User: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9adde2b3-edd7-4350-b37f-0ad6e233bbaa"/>
          <p:cNvSpPr/>
          <p:nvPr/>
        </p:nvSpPr>
        <p:spPr>
          <a:xfrm>
            <a:off x="548640" y="55881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群組名稱與前綴是範例;topic 命名規範要請客戶確認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 RBAC 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6f74bf2-225b-4255-993e-efedf9e3d632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ccd0b87c-9ab5-4497-be4a-c3ee4cf5b9f1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3b77da94-8187-491e-becc-921af987f561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d9107db8-3787-4654-84c0-0d6ebb94d129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dde84bef-5b02-4b80-957a-b0ae8a3d01d0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6f481777-8780-4351-aca8-ea3069eabece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8a6a56f5-8ee3-45fe-a9b0-ddc5237d337c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d1f2a83d-3d34-44c6-92bb-523bce969db5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0169bb8f-e159-4c33-a1e1-db5dd68041fa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c66b6bfd-9bc3-4342-ad09-ea995e23c527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f16c237b-09f1-447c-af72-020933e8f1c5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0888f674-008d-46f2-8dc7-b6182da955ca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fb7f6e97-b791-4220-b27d-bdd65de8852d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fde1d548-d247-4e3e-950c-b47fbc9c54b3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22ae18c6-3f09-4020-a8c9-feffe2b45bea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70c8a268-94ba-4389-9b67-73c3c3a1d971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c98972a3-28e3-4c97-a947-b2bd3793a30e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fc8b1444-1b61-44d1-b542-c799d5d5f0cb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1a8283fb-4bb5-4a08-8230-6350c2921166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d467e9e3-42e2-4c5b-9f2b-aceb9e57f0ff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eefe34ce-985d-4cb8-8d06-d5dfdfdb6e93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2c9629fc-12db-4a8a-a931-bed484a9425f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29f9c440-7540-4c4c-92a0-5ba95cfdce42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277880fa-14c6-4c18-ba35-9e143327f8df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30540b85-5e34-477d-912d-ac4831656879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8531b7c1-9440-4ce7-b4f3-5c3baa33dc8a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3847f931-b1f9-45a4-abc6-0d5c27c8222c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fb9ad020-9bbe-4031-89bb-b7ae05a3194c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8a0abc57-c4ea-4557-bd01-4a8bd7bb64ea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d6d31843-3c15-4dc6-8c93-e91999cafa8d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a0fee8fb-c6e7-45ed-912e-2f14df248845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230eba28-0416-4371-9c15-eac443e47a03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81370701-2dcb-48e6-bbee-10b4c5c1928e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b62f8872-8037-405c-a0ed-ec291e5dd9af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58f38716-9acc-43be-8d75-e49850774db6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ce1f36f1-f079-4cb6-9c78-b675276c165e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a87c772d-353a-4ef4-8e2f-f91ea696ef5f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80dc80c0-60ad-4f83-8711-1e284974fe84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四種交互,認證方式與結果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a5e21d5a-aeed-4e03-93af-afe32074d80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468880"/>
                <a:gridCol w="3200400"/>
                <a:gridCol w="27706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token(見「人 → C3」頁)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取得代表服務的 token(見「服務 → REST Proxy」頁)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0c67cfbc-f041-4bc1-a042-5fb8985f26d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82570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token(放在回應的 cookie)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放在回應的 cookie,交給瀏覽器保存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時帶著這個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352f892b-c957-43d1-acb9-6a1bb6d830c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憑證的 CN 就是服務帳號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0373e89a-56eb-429c-b435-fc86bfeaa5e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789127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取出服務憑證的 CN,當作服務帳號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impersonate,取得代表這個服務的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6c37c274-a887-4d90-b94c-b036af71a4a1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補充:第 3 步 REST Proxy 是用自己的 client 憑證向 MDS 認證,再代服務申請 token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