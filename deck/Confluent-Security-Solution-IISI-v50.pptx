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上一頁是預設做法:同帳號直接改密碼,client 只改密碼,role binding 不動;缺點是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都要改帳號名稱並重啟,所以不建議作為日常輪替。官方:CFK 認證管理文件對內部帳號與 MDS 的 LDAP bind 帳號的輪替使用新舊並行,該文件沒有涵蓋 SCRAM;Apache Kafka 與 Confluent 的 SCRAM 文件都沒有說明密碼輪替流程,所以兩種做法都是依實測與客戶條件做的選擇。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401。C3 畫面建立 trigger 與 email action 已實測:C3 把 trigger 寫成 Prometheus 規則檔(trigger_rules-generated.yml)並通知 Prometheus 重新載入,由 Prometheus 評估並送告警給 Alertmanager;action 寫進 alertmanager-generated.yml(receiver 與依 alertname 的路由),再對 Alertmanager 發 POST /-/reload(帶 Basic),實測重新載入成功、Alertmanager 執行中的設定出現新 receiver。C3 沒有靜音功能(告警區只有 Overview、History、Triggers、Actions),靜音只能直接對 Alertmanager 的 API 操作。C3 的 INFO 日誌會印出請求標頭,包含 Authorization: Basic(Base64 解開即帳密),日誌檔需要保護。未驗證:C3 建立的 trigger 實際觸發並寄出通知(demo 用假的 SMTP)、mTLS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21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6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8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49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0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1.png"/><Relationship Id="rId3-created" Type="http://schemas.openxmlformats.org/officeDocument/2006/relationships/image" Target="../media/media52.png"/><Relationship Id="rId4-created" Type="http://schemas.openxmlformats.org/officeDocument/2006/relationships/image" Target="../media/media53.png"/><Relationship Id="rId5-created" Type="http://schemas.openxmlformats.org/officeDocument/2006/relationships/image" Target="../media/media54.png"/><Relationship Id="rId6-created" Type="http://schemas.openxmlformats.org/officeDocument/2006/relationships/image" Target="../media/media55.png"/><Relationship Id="rId7-created" Type="http://schemas.openxmlformats.org/officeDocument/2006/relationships/image" Target="../media/media56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7.png"/><Relationship Id="rId3-created" Type="http://schemas.openxmlformats.org/officeDocument/2006/relationships/image" Target="../media/media58.png"/><Relationship Id="rId4-created" Type="http://schemas.openxmlformats.org/officeDocument/2006/relationships/image" Target="../media/media59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0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3-created" Type="http://schemas.openxmlformats.org/officeDocument/2006/relationships/image" Target="../media/media62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3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4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5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3-created" Type="http://schemas.openxmlformats.org/officeDocument/2006/relationships/image" Target="../media/media67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fb09e735-b369-47e3-b595-e831a46da831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8d5804a-a1dd-4249-8ba7-8376a547edc8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d4cd295-2bf1-4609-9416-875890788014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78e437c3-74dc-43e2-a668-0d53269acc9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49e3de9a-1f88-4830-9fe3-4d8e1b9fe4bc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ef0c2931-a641-40ab-8a24-085fa8687799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5d578814-c8ed-42ac-9c43-d781b34e1eea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3feb6ea-cf7d-456e-9ef7-e9d5bc5e7712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827636a-4a24-4bde-96d4-7866c04f726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bbe59430-1f32-426a-920e-c9106ce76d97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1c08f89e-176b-4f29-a9cb-e44c681e56c0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5667d54e-82c0-47cf-9ec7-31924c06c8ce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fad346b0-ff94-4d0d-b0e0-2ceeac6f6ffc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381c29e7-554d-43cb-962b-32bcf3796bf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56fa9301-1a75-4532-8e0e-de25a0acd028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5478bd7b-327b-4ef7-84a2-0d6aceea1092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ca797372-81c5-400f-a6c0-305044c4f388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a10b3b1f-1e25-4fe5-bb14-e64461d523e6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8ce76b95-30e6-4885-a075-ef27c2cdc00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376240e3-9216-4bde-ac71-997de7385de0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ba65c47a-6678-4fbe-bd22-d9e44e9e6df3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561f503a-d521-401d-9f95-dc235c9f68a4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e236c6f5-1c1f-46e7-97cf-16ed82424173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424b17dd-cf5b-4b47-bb61-1dee68c4c2a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3c4a4ef6-b62f-4966-af9f-26163b7263f4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ffb952c2-64b7-4923-82ea-4389adaf7991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f8b80287-500c-4fd4-ae81-59691ddef145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a5173907-a171-42f0-a5e0-b6629ac0af2f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6c59caac-758c-4937-9203-34bd4a3c8c5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3e5299f8-f618-4d95-b7b0-7344be5c5d5f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9b0300fd-ec6b-4da8-aa07-dc8e79d7919c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687a7ff-4468-4bf7-9552-a461f24bc334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9b8c241-ddcb-480d-bc53-3f81bebcb2a7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ad8e1e2-9089-4af6-9f35-f98d068a912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b441a516-b7c2-4948-aa85-d87e115e3eee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aa88c3bb-3fb9-496d-ae42-eddec26cc304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459b5e97-2bb2-47e4-b3f3-3236da6e17b1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0acd1ffd-c31d-4162-bf76-83f326aad5cc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49d165fe-5ec5-488c-be43-75aa3eeb4fd8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1d1e90e0-3bce-40d3-8b21-41b0aab76dc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8ccce111-9179-4ef8-919d-13864e156d38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00acc4af-391f-4818-969d-cec966db21d7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fa396c3d-371d-4347-8b49-993b3e2b1ade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a1262a57-bbd6-4948-af34-cff0c8b76824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0fd0b393-2cbc-4427-be3d-4df6e4776139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a828e878-4be1-41d9-be60-d2777aca10a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a48fa9e9-c680-4139-9925-923467e3860c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bd043982-5d80-4def-ac85-7ea09f41b87c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c4b5a206-ff00-404f-a0b4-ec7900ba64e5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61a105a4-c187-4911-b6af-7154cb741828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4f61866a-0e61-4c5a-9cf6-50e7050bc401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303e5959-0079-475c-97f3-3cd26de7f2f5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d1328ea-345c-4da7-a522-87e92edeadcc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87860379-a28d-439e-8dc7-a177a5078266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0340479-02ad-4d08-a004-547e1c658c7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ae4a0dde-9896-434f-9231-86a37fd78fc1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51075d33-351c-4e02-8a35-fa4c3cb988a4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aa76e675-2fc9-4cb5-99cf-9eabde192e59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5bffb47b-c1ca-4c7e-8a95-0783a7aeb252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114119fb-3c37-4742-938f-de25bdd808e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4a5c577c-0ece-4d5b-a067-6157f5f4cb4e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f48e8eb0-fcca-4bbe-afca-03c48cea5771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0d250049-6fac-439c-839d-30663273c27c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86286a02-05c9-496e-a0cc-f4c94cd91f64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1edc51a6-fd44-4989-ba7b-76ab1cce2b4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81904cac-bdf0-4da7-af65-ec66c303d9db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f2a89979-4498-4a4e-9112-b280086baad9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b05b2e73-1303-46b8-b2ea-d1a7b250a360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a279f8fa-a65a-4c85-9f5c-c3ff57c92ce7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a0b85712-9c05-473e-99de-d13ec61109d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cf327e22-aacd-4227-9663-16f3abb10b29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eff32466-3af2-4ac4-bd74-467ece251573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b4031994-666a-4585-ba3c-2b9922baa4cd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c77045c0-9aba-420c-9dc2-8dfab693a614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89948fc5-d008-4d22-a1d7-878fa69042d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709ae65e-fe49-4655-a987-3b3d0d278323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d9cb8386-d778-4feb-a2af-3ab88b52fb87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43e31eba-8ce9-4fbd-ad32-8e584e576d4c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877593d-9fe6-4ce9-8ba0-9250933f0930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47f4297c-890b-4bfb-b730-0d230ac340a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b85645ff-11ee-413a-95de-320444d37024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7720ad9b-2ee8-4c52-8fe6-64f1e7a73997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a3331f04-3bd7-4159-88b7-26ec79429b10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c4a6c87d-b888-4c3a-a1d5-f5641def08a0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73526be6-339b-4247-89db-74724f46442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8c98ed6b-9454-4027-b0c7-acd66dbe387a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efb9a3d3-cedf-4a33-8fee-4caf9e8f9f14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0ae444a9-d1b2-41dc-8ba1-a495656bda07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6cf4668a-628c-40f5-b6b4-e586d5314f97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c365d593-8b39-4792-b892-f0be3ab0d3f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21890f18-c18d-429e-af3c-427b1ee92eb4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a3b031bb-7d9c-44cc-a8f9-b633634dc30c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cd11e551-1cc6-43a9-97e2-ae29e055e44f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4fa91d0d-23ba-4c00-9686-64185598147c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386cbe61-d870-48a5-b485-c45b690fd6d5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a0b311f8-420f-4905-a16c-7c3d5005fecc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fa2b3ea5-8cfa-4e66-94b0-cf031629a061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1265fbb-dcdd-43b5-97b2-25563f2241cd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d2600548-4ab2-4b44-b46a-42386277753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7f6bfec8-61da-4dfc-aac9-978c682f478a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8e81e10a-d821-4773-babc-68bc917f74e1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ab7c325b-2757-4be8-bd0e-e98e252cf83f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64cc9e25-99b6-446e-b7d3-e8ed730fc38a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9912da59-edbe-432f-94c8-74b93db372ed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8231586b-2012-418b-b10e-be3a38b235ca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92db7e18-5029-4352-96f4-4df8c74a9293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64db2152-38a0-424f-bca3-46143f9ad509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bac91e4f-9644-438b-8016-ef0d48ac71e3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81e9126b-3432-4a9e-9848-3cbfd005d370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5d8ac95f-796a-46d3-b870-53496dca515a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7048b25d-80ed-4f18-9b04-b2060be1aa71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ad9cc5c7-0c16-43b4-9bd0-cb1b485f1d79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8d015a76-e51f-4821-9002-320f6d40e85b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4ac4c691-a130-4296-b3af-cc7f5497e0bd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3b50b9fd-cb5a-4fa7-a601-5d61c810280b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20cc07f5-16a7-4de3-8aff-bc896df3ebde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0cd8b9ee-3ba2-481d-8e89-74d0822b8b25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b8eee190-2cbe-450b-8728-2a639e691bed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c691fe82-6761-4779-94ec-ffb7db18ef22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11483e43-9609-48d5-b590-cc5564c491d6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c79cabc3-e778-4c3e-a1db-bec3f032c3c4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d17a74cb-7b70-4a23-a08f-e4a37bf3d3d5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9d86d87d-5255-4148-826c-9fdac2e58596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61a35a65-b7d0-4331-af4c-655a268a84e6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6b1f4a8d-33e8-4125-bfda-d87cb3f90735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b87f4c04-932d-4fd9-8543-313a71215e7a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8ee25b3-152f-4f1a-8948-cc13cda47301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a125bda-e7e6-43c6-bed7-2a1967bb4423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2088b3be-1172-430f-ad2c-228c88bb859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054f18df-a5c4-48d0-bf87-f89c3aa1b88b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d7bb7f69-4d27-4a6a-8828-371351176307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ab0ba937-9696-420f-9ba8-49044c9350ed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ef1d630f-b459-4d5a-90b3-e8a3545732fd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6904191b-c4e4-4f10-a1aa-3d4d9972af74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bf84b272-7428-438c-85c0-295b4bf9a21f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5ac0395f-6773-47b6-aba7-3bedbbff65da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d239e185-4bea-4671-a627-75dc18f5809d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95375a8d-9644-45d9-ba30-e47b29299e71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e9765280-44b0-4139-b8e3-cb654b4f2026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c98fd3d6-4464-4cea-997b-3b0597c7ac2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c68598e9-567e-4647-b039-dfcc463c78ec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a67c7aa7-e81f-4eb4-b976-d482bfed6ee2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383cfb30-fc5f-4410-8cde-87f29dd2db34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019992b8-2879-4900-9653-5774cfd72972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74bd19d9-05ec-40dc-b15e-e824b202075f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6235e5ef-edf9-48f0-986f-58d455cbc225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acf95bba-6b00-475d-9e4c-219c389012e1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db057a6e-5aea-4387-b066-824fee540deb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23502a7e-59a6-42f4-9b71-7c3bfbe86b7e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ce1060fb-6204-4f6b-81f8-071fd3750831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d5a26b4c-3f92-4e92-97f8-be9465add35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27db6f5c-3182-4921-a6b3-8c1bd1d54955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89a0f7df-864c-49da-b7bd-4ff0b1c33a22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af4d6438-9bf2-40ba-928f-2bc037096041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1c73816b-928b-4275-8163-a7231c01eb68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76314f14-11b0-4f73-9abd-79b93e853f69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34815fef-a27c-453d-b972-144c8d4ba7be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52e3b892-1dda-482f-9557-1da4a97300e8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2862f32b-dd04-4d58-ac49-1f1bf2415d10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a2cbfb6c-5e48-4473-91ae-7edf28e656bf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ce16eec3-83c5-4009-92e3-c769bac13550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d9a2fe3a-adb6-432f-8059-3ffce80158c6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3db6ecfb-2fa8-4d38-a73f-e56731400c05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7803f8d5-2f3f-49a4-ae0d-d67f26f1bdcc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9af49fb-c35e-4070-b317-cfb5d1785972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8d269ea5-6c29-466e-9bbc-f56b5767cbb6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ab87537a-2caa-4463-9df2-f90fb57c3c50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4d42003f-5138-47c3-8b24-47547b452aad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9bd5eedf-a99e-46a8-8164-eac972dd0848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831c1afc-d947-4755-a985-cc7d46676dd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c89a32cc-2db7-4db1-992c-9ad77da0b487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ca2d57ce-b749-43fc-be11-f23607defb93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e9d9ac94-92e6-47c4-8e92-53991268daac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ddf3e135-5441-4a3e-966b-0ace3b0b6ac8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cec94701-c9fd-4df6-9170-b363c463e2f5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90ff012a-4044-4444-b3ee-31148fe85a7a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91303746-9581-4a39-a435-75b4072de37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19a1e74f-656b-4ec7-a7d5-707a199f29a0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6ee6dfec-41ad-455e-88ca-d88c6dbd0867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4d9dcc76-8eed-474e-91b9-0af4159dd86e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8014b5cd-5d3e-419c-9e01-913fbd53de35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781462b8-c7ab-4b49-9144-29875f579388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76df8992-c98a-44e8-8da7-f4e73759cfb8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bbca1078-4bfa-4d59-ad4e-42bc7e0babf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90651cc4-8409-43bd-8b38-8d1057f58798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38d04402-a7b0-4394-9548-1036b114912f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451a93ee-d2a9-414c-87d9-636526eb16b5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d9ff4563-b267-41ae-8f76-9d61dc81e7a9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9ecb6d96-7cbf-492d-9602-42c8a9b025c6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27497571-6908-44a2-a357-3e83d0e15529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f21002eb-54a0-49b9-898b-01beff2af43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473a527c-628c-456a-9abd-f7a94e89b41a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c5437f3f-e5dd-4144-a192-9e406404f7c4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d3d298ba-0028-406a-92f3-1b1df9dfe6ee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49879f68-5754-409a-aa4a-171260fa7f7c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52f64074-d934-4ef4-9af8-9fa8d8a1a172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fa59e666-b831-43ef-9b0a-5b81503fcb59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08391ba2-4d94-46d3-ad4c-6b56d7a9108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1b7b568f-95ce-47e2-b021-72b9641b7501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c6fbc742-03ef-4efc-9f8e-606776ad019e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8536495a-92f7-40e4-807f-406e09270cde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364099ac-5250-4732-868c-7245e01f3acf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cbadd743-a332-4bfb-b812-ce08e58bf5f0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6bd2ea70-81ee-4ec6-b5d3-5f7939bfb800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9dbee19a-39ee-45d1-9d30-6fd5bf2a6ab7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0dd12e5-8cf3-4616-b518-5e2cbe9560d3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eda0096-4a0d-4363-8535-cc530c8f2bc8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5fdfbb0f-0289-42db-aa5c-8bc0a9c7042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c4db9cd0-aacf-4520-98b4-29ae2fb37ccf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7f41589d-df13-4cdf-9300-4e86305616fa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fdf8edf8-68c7-47aa-8465-36d06f5256da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e15f15c6-3d6e-453e-b966-b4116761c20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49fc9072-da50-47e1-97a9-eba805631efd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0e50ece0-15b9-437c-96a5-54966d97ef2e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06a777d4-19a1-44ea-986f-518d928b7926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e82b713f-9fce-4dea-8904-ad5ba29e94e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831512a7-4f66-439f-a4ec-601f2ad09ec4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363516e9-d9be-4f39-9ab7-f3ad930214b9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1a1f13ce-1a53-4130-8809-a8a1088ab777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017fbd14-2ed0-4406-acb2-7370b9417aa5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19ff491d-5a4c-48eb-ba3f-24eb54351e24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afb3297c-6806-4dfd-bbc9-0e65cd759425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1a830bd3-a666-4d16-8707-b8d775992ed7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b0bb60fe-5921-4dd2-aa28-f49f66821a3b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f6258f0e-70b1-4bb6-a7b1-6f78021828f6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fc517a99-6bd5-4538-986d-2b78990300b8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81c57b36-f97b-407d-a718-3a228293026f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0adeb884-36ba-418e-9c4e-8e2d14bd1edd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4197fa3c-cd2a-48f7-bd2b-bb13598e500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9cd12ffa-4e54-4bb5-88ad-5bb46336950e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02c42d28-6077-4c9c-8328-d724311bf627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e5be1843-ba69-4192-9c8a-22323b077d54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5c3cad9d-eec7-437a-8350-6c507a84707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15924dee-8e65-4109-a92d-15fb39d4049c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a5e9c7ef-c4a5-488f-955c-1dea29545152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a961dad-8b33-433b-aa32-89115391ced8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aca3e7b-271e-4ffb-942f-552cd5cfadaa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768e5134-bf51-4a93-9035-a4abc2aaae8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845a52f0-2ad5-4916-9439-65e57b26da1f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cb5d9cfc-0612-4099-93ca-d4495a72b989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a26a902e-533c-42ea-9695-51b1355ada22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01494c1b-1a8d-447b-992a-3dc9049fcd82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d1e5d6e2-dae3-4c69-a051-510c1fcbd4dd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7f5a54bb-bdda-4cc9-8e4c-bb8e85ad2e9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09aecf82-6073-4f1e-ab8c-b709790eaccc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123b1d54-2aca-45cb-acd6-6012db667666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7851f4b8-59ae-476d-ae9d-24c01ffa6466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fa52ff9d-3b3c-41af-835a-ff7b922b0131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a9bbe8b3-109e-4de8-9855-e3cb5845b29b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31a78e13-bddb-48c4-9529-1c2d03878c4a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62976a52-6dfb-4aac-bedd-d379a073577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0d26f490-75b9-4538-835a-42bcab4889f2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8d58eeb0-48c0-4799-b3e7-88751dc68e6d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719b8049-780d-4751-bd2b-715884089e41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aa951b5f-6267-4eac-abe9-7effde949499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9906bf7e-5daf-4843-9d2e-15fd8b20906e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5c3a1817-b666-4198-826a-da75d3ff2bfc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2a85d1cb-a4e7-4404-8dbe-28c6c6b0350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2e023238-12f7-4766-a72f-258b6f6a84b9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39f9b151-9e77-4b28-a8b4-a4e55f6bb7bf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ab601a11-8d9a-440f-a9ac-120e83d6148c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8ba39eed-28e4-4b7e-8a38-9620ee736803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76252532-a09b-49b2-9769-5e5d581fc35c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30e9bb7-7de8-4fb6-a8c9-507f2d8639e5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c7010fc9-da85-4ddf-b0c6-2d77482891ee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88f3d522-165e-43e9-ac2d-1d993499d60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793ce60d-ed25-492e-bfe4-937a42d0cc78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0170e3c1-a0cd-4001-9f60-0e8a00bc1480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d0722f39-5ce3-4223-86af-3c3d68926dcf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c49f552c-c6c1-4203-9160-5989c794b13a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3ccb2a6d-3a1b-4f92-bf92-c02daabd538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a39bee7a-487d-411a-ae5a-be1a13d1d60e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54792000-21d0-4cc6-93f7-37ec6fab2699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72ce765d-71ee-4727-bde4-d25b6bd32c81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972fff4-25aa-4f98-9f15-19e7c56915e3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06af630b-bae9-4533-ab0a-6978312cf74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26671198-0ddf-4825-adc5-d517e55fc2d9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2f47704c-bcf1-4783-84e0-52e708ec0546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100ca736-3d14-4835-82a2-788d4d0aa8e7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332c30ca-6de2-4fc7-818c-eec8b297f151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a3448a83-a7bd-42f1-8a1e-a5f77735e96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6ea73b4b-0831-4b04-9d0b-db9e1e0a9528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fe9fa114-a1c5-4dcb-8be0-c5de11f6e361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ff7654da-7691-47c5-83d8-9fd7a8868196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8e176fb5-371c-4cde-a620-ba29e3b8ac43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5bd5feef-304c-40a0-b6fd-113e7c883c9a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a474fd7b-d1c6-411f-8c91-2b5074a83ccf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79cd8f47-0dde-4181-9a6b-ec43949cc073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ba695cb3-44db-4dee-bcec-ebab23e22063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227ac8cd-9af0-4f50-b7bd-350b6d7f35ac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005c49a3-c6eb-4dcf-8624-2b30060956b5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9311337c-0dcd-4217-b956-b3645bc901ce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6c923cc2-a58f-4015-a1ed-80fd54d0b76d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19911e6e-2c48-4308-b75c-50a10dd49e12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72672e9b-9aa9-4967-b6b8-aaa6abec6be1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ee84e317-b60d-4c52-b1ee-4923f518e49f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5d71d686-e38a-4384-b86c-62ff0baf0fa1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481aba09-4020-43ee-b41a-40db90b7770e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8688ebee-e526-4d29-9249-1f6ee764780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8f957c6c-e8b5-4dd2-8f4e-67ade31d648c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9754464-4e9b-4664-960d-c0c22547ff51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09dc3124-dc42-4514-9b6e-cbd6dc1901f9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c61788db-0c3b-410e-835f-cf40afa1d21e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ee1592d3-43a6-45cd-9034-85ea0d2484c7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35ccfa6d-2888-41ff-9da9-73ec9ea7398f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5102e93f-f3f2-42fc-b4a4-427e7e56fedc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6f9c5f05-515d-49a1-8c73-e51c4b55781a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68e94397-cb88-4c93-8f74-386b3264151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3c163011-d259-4867-a22c-a28a738d5d6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99efa699-b57b-47d3-8aa5-437e9db96bd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e353c990-64a2-4615-a5d2-2dbb3b57423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a766f8a4-1cfd-4441-b56e-bdb3e35ac79b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be30d5f3-246c-4ca2-b421-63bd02000b1e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a980c28b-ac2d-4362-a3b4-692223baa26d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098d6444-1656-44b6-a4fe-647a00bddab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e368e800-14f6-4f68-b714-52afbac062d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8fb934c8-75da-43ac-9832-2cd95c2e449b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f0ebb37b-d680-4b45-aa66-3f3cdbadc5f3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539a7b04-9692-4a44-bf05-e95a25c597d7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28897b05-1207-48ae-9f35-70d258c32e0a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7e73f147-a616-4068-a73d-14ae7e4a5608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2af74e35-80ef-4322-b0fc-7bd1c4d0fc3d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17c66d13-e6de-4221-863a-c6ea18a0b96f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afb131cd-8586-4815-98b7-a633ac85d598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e71c118a-3176-420f-9958-f00f499abfcd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c3069e64-db31-4181-bc77-e4d3005b2f79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d1bd0bc2-50b2-4ae6-80cf-fd1e08e8cc37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c120f42c-fe37-4754-a46a-559ac554a24b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b06687cd-260b-4b61-9240-8d7238da6792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7a73572f-4be3-4c34-ad4f-7d3ea4e2a517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65841072-0cb6-42cc-ba60-8b292cad7402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5938f074-bb0b-46cd-8eb7-f89b1789886d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c62239dd-90e2-4c2e-8ade-5dcd86c576e4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bd5d14ee-7a52-467c-a484-28dbe08492b1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153b9781-4dab-439b-9bec-7fb564ac8de7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2453f989-71ea-43ae-9a75-a2699ef5549c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de82c8d7-5638-4683-9c04-9da41bda3134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5b97d678-8747-47e4-9490-b154d019196c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87894109-0d4f-4bd7-9a81-055771935297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27c43457-eb99-49e4-8c2d-e1fdb205e2c5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1abb06f2-09ea-4e69-8cfb-061871790251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f0a968f7-a95b-4727-875f-b05e73dfacfa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bb2e3de9-305b-428c-9911-36cc6b8c5206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ec1fa9fc-d03a-4b68-abfd-c2c462427019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86c17ec6-57d8-47f5-b3a2-bd876d8f3f19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92cf2883-fcd4-430f-8532-4afd12bd61eb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66ac1f7a-9f19-4038-b674-590cb50df036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bd95b5c-0a2c-4245-8bcc-ebed16a0ef73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b7bf85af-8287-42bc-926d-aa96c4ebe4b9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507a0889-dfd0-43a5-b981-d1340d834cab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dd1b977d-8f84-4b34-b30f-398e1e9c3ae4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e0aa6006-2c10-44ce-9e97-baddd8772cbd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1c149723-6710-4111-9ee4-0c6d9b125cb1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916649c6-f697-41f5-b871-53eb1547c829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48c3f145-4bbb-40da-a138-3e07cd8d3800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60fc8a3a-b078-44b4-b1e5-8fd1086e59b2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96acb54a-1e9d-4759-b7f3-f3a3d5667124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0c47fb7b-2586-4f97-a524-df772e3d8570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ad4ef081-6da9-48ff-98ae-475b1ca3d497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76701c01-3a82-4fe7-88e9-46136035b0d7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62a3088d-fbfb-467d-b896-9538a339ca06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bc05a9dd-16fa-411a-a4e4-88a72d2c27fa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75dc7c1f-d236-4629-bace-21c4c646d0c6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6329413c-1f87-415c-b0f3-9220617ae796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3d1aeeda-2b51-4a5d-a80c-cb445979f52c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cbfd4bc6-d847-40d3-ac91-620d9b9efc54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f246cada-b325-4fbe-877b-58a82176a09f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ffadc7aa-1efe-4520-b253-ea43756b8d66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c6b0fe90-1df1-4051-9ca0-ad01d368c5df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95afc9a4-3952-4d27-abd5-a6a3b5b8e05a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fb7c4529-07c5-407f-a2ac-edb950638083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2799821b-b356-46e7-9b0c-dabc0288c587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4ba0dbee-a6a8-48cd-b535-4aa6dcedc43a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5a20ceb5-b278-4c44-85db-c34e0fc036e6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524c79aa-1d7a-45c4-b8e0-3c87765ad7f2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631efb1-4294-4c57-a68c-63d6b8ca0c28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d676fee0-4caf-4b2a-a4ed-e4b1a4fd6fe9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3d2bb437-0a97-434e-8151-ed2fa694ef1c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81ca0347-1f17-4025-be9e-057f4944b521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8279e234-a54c-4095-8585-ec3b1a5f30c3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d529a477-6c4a-4331-8491-d5cefbb23665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8d9c41c4-b89e-49b9-a6a9-fe90e3171389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2c62b5c8-c51f-4174-82a5-4cf48b42bc9d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ca1b8203-05d7-434e-bd75-d1413a568648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a3aa772f-a1ed-4325-84b3-7e674462f8eb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7f3e45b-8feb-4f6a-a332-3872b56f5e82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13337cec-fa0b-42d5-ac22-a3fd3c6a965a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c0d162d4-a880-44cf-ac4d-63d0361a6b38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baa819eb-18e8-4cfa-aa64-0326ab0e3d07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49ceb7d6-e22a-4faf-87a0-1cd613094eaa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c28a2fc1-45ec-4dcf-bc78-7d21cb30221a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56c9a92-c1d7-4b78-8136-2e1168edd1cf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9c09c85c-8661-41d8-a25a-420cc6c4ed92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79e69c1d-3ace-4646-a376-10a4d94857b6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a134df9b-b4b3-4ef7-a797-0995feae2099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05ee567f-072c-4c43-af76-62f1dfe72161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fc5bfb3-65c1-49ab-9889-2b040fb22efe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88bdb3a5-c761-43d7-91a2-158bb0e57d21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4ad0d77b-a9fb-44b1-aa32-f25aea876868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20277deb-a756-4fee-b494-25673100190a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03d12546-0fbe-4983-8bce-d2d61b237c6d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9eebbb44-360b-4b45-a039-d514d543aaa5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457a5da2-7b91-43a2-b95a-d0231b2a5f91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253d9180-372f-498e-a387-45d50dc5a20f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0d482895-d581-4f08-b6d1-99944f0fcc80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b13049c7-7d48-49f9-9c22-8509df0fce29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7e4538dc-59a7-4b2a-9f8d-d4f427516b10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e6cc6bd0-c13e-48e1-9290-81ee68fee706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f3c24e05-ea17-47c0-bf76-1317ce3efdb5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a92e7b69-51ba-45fa-8406-64781733c712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5655d9b8-2df8-4645-b176-80fb01b5bbe9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e1f24252-d556-4a17-b0bb-8394fabb912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dadbd050-a6ca-42c1-a0d9-20564d079c7d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288fb97b-81ee-4b6b-9158-d74d8bdef19f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e8274f41-648a-4821-9fae-76a2c6f610be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2ac7eb2f-242d-4c2d-80d3-d08cdfeb5be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ec0bc989-6318-4b18-b22c-2f0b9bd9787c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801f3b30-3822-4cc9-850a-ac692caa1f61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49e9a3a7-e40d-48bb-881a-6b56c23dee6d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d3182f87-0007-4be5-b7d2-59f5346ccbd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d75de79e-611f-45b8-a054-b153123770e2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88e9761e-a920-43bd-9525-ac9aeaeb73cd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d07fd3d6-e28e-453a-8b79-b0578d576d81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74150163-16a9-4205-8645-8d14dd63e67b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28be6ea1-17bf-4a75-bded-dbacba295649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9cfb60bf-c9d1-4979-84db-10c571cc8c08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6d041d5f-374c-4bf1-afe2-cffa17fe79d1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352cc5de-2921-41ef-8b54-ed0a3e30af85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28e252fc-c0ac-42f3-86ce-bdd66b95ec41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特例:不能有失敗窗口的服務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新帳號並行:新舊同時有效,代價是 client 要改帳號、role 要重綁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de9856f-ea60-4bfc-a27a-bda3bb36cf37"/>
          <p:cNvSpPr/>
          <p:nvPr/>
        </p:nvSpPr>
        <p:spPr>
          <a:xfrm>
            <a:off x="548640" y="1685050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3" name="867fbf48-37b0-463b-91ae-c333a6d1661d"/>
          <p:cNvSpPr/>
          <p:nvPr/>
        </p:nvSpPr>
        <p:spPr>
          <a:xfrm>
            <a:off x="548640" y="2066874"/>
            <a:ext cx="2926080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端改密碼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</a:t>
            </a:r>
            <a:endParaRPr lang="en-US" sz="1400" dirty="0"/>
          </a:p>
        </p:txBody>
      </p:sp>
      <p:sp>
        <p:nvSpPr>
          <p:cNvPr id="4" name="8a9096c9-70a1-4fb7-b893-44ad9b10cc16"/>
          <p:cNvSpPr/>
          <p:nvPr/>
        </p:nvSpPr>
        <p:spPr>
          <a:xfrm>
            <a:off x="347472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51ce0a80-d488-4c62-8da9-ce2918cb4ba7"/>
          <p:cNvSpPr/>
          <p:nvPr/>
        </p:nvSpPr>
        <p:spPr>
          <a:xfrm>
            <a:off x="3840480" y="2066874"/>
            <a:ext cx="4572000" cy="848497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失敗窗口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6" name="91030fd9-0052-4417-a28f-200cf70e8945"/>
          <p:cNvSpPr/>
          <p:nvPr/>
        </p:nvSpPr>
        <p:spPr>
          <a:xfrm>
            <a:off x="841248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4d5e0b0b-b3c9-4102-8700-1fbcd0b46db1"/>
          <p:cNvSpPr/>
          <p:nvPr/>
        </p:nvSpPr>
        <p:spPr>
          <a:xfrm>
            <a:off x="8778240" y="2066874"/>
            <a:ext cx="2862072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換好新密碼</a:t>
            </a:r>
            <a:endParaRPr lang="en-US" sz="1400" dirty="0"/>
          </a:p>
        </p:txBody>
      </p:sp>
      <p:sp>
        <p:nvSpPr>
          <p:cNvPr id="8" name="7755f98a-38eb-4366-a274-42b571bb39fe"/>
          <p:cNvSpPr/>
          <p:nvPr/>
        </p:nvSpPr>
        <p:spPr>
          <a:xfrm>
            <a:off x="548640" y="321234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9" name="77bc7466-f317-4071-8642-01eab85e1e5b"/>
          <p:cNvSpPr/>
          <p:nvPr/>
        </p:nvSpPr>
        <p:spPr>
          <a:xfrm>
            <a:off x="548640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10" name="6f31ab68-fc4b-4ce4-9215-694c3985ca2d"/>
          <p:cNvSpPr/>
          <p:nvPr/>
        </p:nvSpPr>
        <p:spPr>
          <a:xfrm>
            <a:off x="3063240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d5d0dd4e-e74a-4ef4-9548-0cfbb012a413"/>
          <p:cNvSpPr/>
          <p:nvPr/>
        </p:nvSpPr>
        <p:spPr>
          <a:xfrm>
            <a:off x="3410712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12" name="268ebf86-4050-4ccb-9574-67b09fa017ea"/>
          <p:cNvSpPr/>
          <p:nvPr/>
        </p:nvSpPr>
        <p:spPr>
          <a:xfrm>
            <a:off x="5925312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66dcc6c1-0cfb-493c-ac52-9ec038fed7df"/>
          <p:cNvSpPr/>
          <p:nvPr/>
        </p:nvSpPr>
        <p:spPr>
          <a:xfrm>
            <a:off x="6272784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14" name="b44fae45-99ee-4fe3-99ba-e3db2ce4a6bc"/>
          <p:cNvSpPr/>
          <p:nvPr/>
        </p:nvSpPr>
        <p:spPr>
          <a:xfrm>
            <a:off x="8787384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a99586ed-f475-4039-877c-55099f95fd17"/>
          <p:cNvSpPr/>
          <p:nvPr/>
        </p:nvSpPr>
        <p:spPr>
          <a:xfrm>
            <a:off x="9134856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6" name="56a1da2d-d869-4a33-ac0c-3398e09b40cd"/>
          <p:cNvSpPr/>
          <p:nvPr/>
        </p:nvSpPr>
        <p:spPr>
          <a:xfrm>
            <a:off x="548640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舊帳號仍可使用</a:t>
            </a:r>
            <a:endParaRPr lang="en-US" sz="1100" dirty="0"/>
          </a:p>
        </p:txBody>
      </p:sp>
      <p:sp>
        <p:nvSpPr>
          <p:cNvPr id="17" name="fb300dba-b4be-4c14-8e98-0b556777ed53"/>
          <p:cNvSpPr/>
          <p:nvPr/>
        </p:nvSpPr>
        <p:spPr>
          <a:xfrm>
            <a:off x="3410712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綁的是帳號名稱</a:t>
            </a:r>
            <a:endParaRPr lang="en-US" sz="1100" dirty="0"/>
          </a:p>
        </p:txBody>
      </p:sp>
      <p:sp>
        <p:nvSpPr>
          <p:cNvPr id="18" name="273d56e6-1466-4725-9a76-e6cefd04c75a"/>
          <p:cNvSpPr/>
          <p:nvPr/>
        </p:nvSpPr>
        <p:spPr>
          <a:xfrm>
            <a:off x="6272784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逐步切換,新舊並存</a:t>
            </a:r>
            <a:endParaRPr lang="en-US" sz="1100" dirty="0"/>
          </a:p>
        </p:txBody>
      </p:sp>
      <p:sp>
        <p:nvSpPr>
          <p:cNvPr id="19" name="08d8a1b3-94ce-4e72-989b-4255ffe6c13f"/>
          <p:cNvSpPr/>
          <p:nvPr/>
        </p:nvSpPr>
        <p:spPr>
          <a:xfrm>
            <a:off x="9134856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全部切完才刪</a:t>
            </a:r>
            <a:endParaRPr lang="en-US" sz="1100" dirty="0"/>
          </a:p>
        </p:txBody>
      </p:sp>
      <p:sp>
        <p:nvSpPr>
          <p:cNvPr id="20" name="3b3f8e42-e19f-442d-8df2-6faf73898df2"/>
          <p:cNvSpPr/>
          <p:nvPr/>
        </p:nvSpPr>
        <p:spPr>
          <a:xfrm>
            <a:off x="548640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1" name="efaf89a0-6f32-47b8-9458-4d34cc73b4c1"/>
          <p:cNvSpPr/>
          <p:nvPr/>
        </p:nvSpPr>
        <p:spPr>
          <a:xfrm>
            <a:off x="6199632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2" name="6178d625-c13e-41f0-8488-7b2c2e4c45b0"/>
          <p:cNvSpPr/>
          <p:nvPr/>
        </p:nvSpPr>
        <p:spPr>
          <a:xfrm>
            <a:off x="548640" y="537601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只有不能承受失敗窗口的服務才用;日常輪替仍用同帳號改密碼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4ec4f14-2bad-4b12-8dcc-c1e157aab480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d61b334b-6f83-49f2-8c6f-25d314ac05c7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8bd549b3-26dc-4a62-828b-1053146be8ec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d08a798b-cd55-46f8-be14-653bd32eb80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f4b50433-5fc3-4155-919c-5d2085f7fe9f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1ff874df-e2e8-441e-a397-5ce8fee7746a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3a369d88-4ac2-4791-bd9f-d13c99609e48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70fefc03-6b7d-46b8-99d5-a010692777e6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ef9ffdfb-559d-433f-b932-c1557ce01cc8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0ac86cb0-11c0-4c73-975c-cebbc0be3231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67aadce1-6dae-4fb1-b472-d5070eb8ad1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feefadff-53c8-4532-a961-384390b050c3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36eba1df-9a7a-4b73-b819-c52d0018b162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1588f265-600f-49fe-bcd0-1c319862177b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96b54269-370e-481a-aa74-8b171fff300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38a6043a-ad56-450d-9ea9-2498daef6eab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12ec5a96-ff67-494f-8914-de68794d2074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13a15316-1053-425d-b02b-2c13b8f5089b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43e9a757-df41-425e-b417-cca11d70790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d7546c8f-ab3c-4fbd-ad54-896ddf145f92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e3ed2d1c-695e-45bb-9b98-b68ca85fe93d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69fd6784-5908-4ca7-8d85-20e4570b944a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0e691925-37b2-4746-9aa2-259eeb604ca9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183d07ed-0c9a-49c6-9f32-05275e3c98a4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1759097e-5e89-44bd-8173-a3ec379ca6a8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879dfe54-6c6d-4788-833a-c48aa5612d98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a941c0b5-e692-4753-b226-4d282a5a907a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fe3e55a9-68c4-45a3-9b23-e715a6c70e16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0832301b-e7a0-4f88-83d7-8e2577b36d3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cb9c8fe0-c8b0-4dc4-9870-0d20fc598efc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5922c62f-744a-488a-b592-ef984a229d68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8792c7c7-9b25-4362-bbc0-9d65bedef865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208b507c-b6cd-4033-bce3-19caf9c797a1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0970603c-3447-473b-a21e-ef8958efa237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ff22da55-4739-4bde-885c-1d4bac63791e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37846d69-73ba-4486-aa69-6930693a6de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977ee57a-4378-488b-be65-8fc31abc824c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a1e4cc4a-c3e0-49f2-b25e-11e54a3367df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d70e36d9-ec54-45b1-b088-4a6b7d098ab4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2cde025d-cf4d-4b98-b4a2-a889f5bb74e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b22a18c9-8efe-4de2-8cf8-182792cf87a8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ed35a7be-9923-4c8c-95dc-f78e569c7332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257af132-bdce-4885-bec6-f9fe3fc8f210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d39f7aef-6dcd-460d-8035-f1e3011f674f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a3798cde-fbe7-4a22-851c-788813ec9c10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8a39ed65-b679-41e6-aafa-277fd25fd983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7e8fc885-9eba-4002-9a6a-7dba0d06aa98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90838541-c80e-48c6-b891-61f280e4df38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1e0d2878-9d77-4685-9a5a-6b47dd29f713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2bab1d1f-fd0e-4433-976f-fd43cd854e60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0653455c-be47-4908-b310-bf2b2658a654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0b0cd1e4-975c-4dc9-9d93-8168247f4929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b42fd05-e0a2-48a4-beb8-05d1cf8d8a9f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389959d-d0b8-4fb7-9cb1-da4c0e150af9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3e60ea25-d6dd-43e5-af14-8adacf4457ad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a0812bc0-3632-42e6-b3fd-ddd34250a687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617ccb2e-ea66-4770-ab0c-f7d350e38b1f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6982125b-efcd-44a2-8c14-33fb10847ed6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a59b3e13-54cd-4e30-990a-f76fb45da8f4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e83b9a2-e620-4876-958e-138aeac45ab5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e7adcfab-760e-4103-94b6-85daf3345da1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d75d2ba6-1b45-4d18-a7d0-b24643e6bbcc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07161ce5-3dd3-4daf-badb-84c6a82864cd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ec1d1d7d-33f2-459c-b594-aa0b53ad14d9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0af9afcc-56f0-4a0e-89d4-bd67c8f7a3e2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b710e549-3126-447e-878f-3b0b519a69a7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12c1dd8a-f642-4ef1-b7d6-8370b5c51fbc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bfc316f9-d21e-4cae-8dde-d41f9c6a2b77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09e0040e-4fac-43ad-ba3f-c62e830e457f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c8b40d49-7af9-4823-9178-f8aef0676fff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ea834927-0dbf-4d6f-9d01-b711ec710e32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8d6c835c-f062-4b08-9b39-0f57e3070fff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22faaa22-cdb6-4b27-8b01-24edc6b34a19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03997949-056d-4ed1-bb21-bdb5ad2b8ce6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d1660895-3328-43b7-bc09-cf3f13a61dea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</a:t>
            </a:r>
            <a:endParaRPr lang="en-US" sz="1400" dirty="0"/>
          </a:p>
        </p:txBody>
      </p:sp>
      <p:sp>
        <p:nvSpPr>
          <p:cNvPr id="25" name="306f169c-9ac0-4662-8f91-6d4f756e39f9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自己的 API: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轉給 MDS 的請求: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 MDS 驗證</a:t>
            </a:r>
            <a:endParaRPr lang="en-US" sz="1100" dirty="0"/>
          </a:p>
        </p:txBody>
      </p:sp>
      <p:sp>
        <p:nvSpPr>
          <p:cNvPr id="26" name="7c9ca9d6-8318-4349-bc85-852b910d2b19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927ea12f-2897-4c07-984c-e474a53dc7c1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2c1a5235-6bca-42a4-aeee-f54f5fe1741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bc03c9bb-08ad-46b9-b4a1-78cc2300be46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65bd0d9a-ceb2-4548-a03d-b99112d67fa1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9014adf7-9e23-4dd6-a98c-8a3b7197b606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9f336012-d672-4830-8d00-10f18f2bc34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9bc73a8e-ca28-4656-9747-10c66e936435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957c1e5a-0096-4735-962d-3a3d8c7ec4c3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50dd5e60-a6bf-4be5-8bcd-34848a9aac44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65848ac7-6bbb-40cb-ae79-03be4da459c7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指標與告警的四條連線,都要 TLS + Basic(實測通過)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13d77f3-c59a-47a1-bdf9-efa177b84e6c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040ca65-94e6-48a9-8d3d-e4690472e197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fc62f35b-37d9-4fcd-863b-dc62d05715b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8ab231b1-af46-43f9-987d-6f4f0ab31806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 / 2</a:t>
            </a:r>
            <a:endParaRPr lang="en-US" sz="1400" dirty="0"/>
          </a:p>
        </p:txBody>
      </p:sp>
      <p:sp>
        <p:nvSpPr>
          <p:cNvPr id="6" name="8aa7e745-2489-41e5-b3fd-d1f0fecc96c7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5063936c-0b07-4d2a-b677-602602240b57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e26962d-575d-41e5-b58d-b5e83240294f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7ee0341-56aa-4839-baf4-1171e74ea1a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be322e54-a1ce-45e1-bc2d-52b3bf827d04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9f41b240-0ebc-4222-b5a3-c6cf4c5009e8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1894e1f6-9918-4467-87bf-317e3fb00c73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449980f5-4a15-4b93-a947-138aa5befddc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a0a55168-6354-463d-8041-646bd400616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dd0118be-b338-4752-abac-ff8f3ecc19ab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368d462c-d91c-47ca-bfa3-e2e04d65a76e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59e0bdca-2203-4494-bf57-0055bba7379a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ba0a10a7-d3cd-448b-9129-cc20f24d6f14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0072e0e2-345e-4fd3-8fd3-92bb3ba4a8d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3523b890-2b72-4970-907d-9d7b032c2756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a092e635-8836-44ee-988d-6a7c7e52205d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9239f7e5-67ea-42e7-9a07-0228bdd7bddf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9a6c9e70-d8fc-4ace-a727-ec31ed076910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2e06a25c-e028-4ce2-9a50-e2788bc2e032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c3ab3c13-b23d-462c-a27f-4cbf05db6053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68e729d4-c765-48f4-82ab-856b4623bd3b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5d1b041e-b637-425f-b243-0ec6253036e7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e7ac41b6-f1ae-421b-83a7-83f8a5c86f3d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4fd71fa5-9d1f-4097-927b-dffd320ea16d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 · 重載規則</a:t>
            </a:r>
            <a:endParaRPr lang="en-US" sz="1200" dirty="0"/>
          </a:p>
        </p:txBody>
      </p:sp>
      <p:sp>
        <p:nvSpPr>
          <p:cNvPr id="30" name="ab7cd339-2d37-44ab-8801-a7751ced0e68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8d068acb-4b19-444b-88d6-4c779a4f7fcc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a4b11710-80c4-470a-a371-fbf83aca7059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重載設定</a:t>
            </a:r>
            <a:endParaRPr lang="en-US" sz="1200" dirty="0"/>
          </a:p>
        </p:txBody>
      </p:sp>
      <p:sp>
        <p:nvSpPr>
          <p:cNvPr id="33" name="e0b813d4-a78b-4f04-b2f2-025fd50a5f63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80f2a0e7-31d9-4dfb-8fc0-21c4365ac11a"/>
          <p:cNvSpPr/>
          <p:nvPr/>
        </p:nvSpPr>
        <p:spPr>
          <a:xfrm>
            <a:off x="548640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每條連線:web-config(TLS + bcrypt 帳號)+ 信任庫</a:t>
            </a:r>
            <a:endParaRPr lang="en-US" sz="1100" dirty="0"/>
          </a:p>
        </p:txBody>
      </p:sp>
      <p:sp>
        <p:nvSpPr>
          <p:cNvPr id="35" name="2601305f-51d5-4a4e-8f32-66475cf97bad"/>
          <p:cNvSpPr/>
          <p:nvPr/>
        </p:nvSpPr>
        <p:spPr>
          <a:xfrm>
            <a:off x="6199632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要補 prometheus、alertmanager(實測:否則主機名稱驗證失敗)</a:t>
            </a:r>
            <a:endParaRPr lang="en-US" sz="1100" dirty="0"/>
          </a:p>
        </p:txBody>
      </p:sp>
      <p:sp>
        <p:nvSpPr>
          <p:cNvPr id="36" name="989c173b-974c-4c34-9753-e3c17364ef65"/>
          <p:cNvSpPr/>
          <p:nvPr/>
        </p:nvSpPr>
        <p:spPr>
          <a:xfrm>
            <a:off x="548640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的 alerting 要設 https + 帳密 + CA(官方頁未寫,實測必要)</a:t>
            </a:r>
            <a:endParaRPr lang="en-US" sz="1100" dirty="0"/>
          </a:p>
        </p:txBody>
      </p:sp>
      <p:sp>
        <p:nvSpPr>
          <p:cNvPr id="37" name="99c9102f-8ef7-4e98-8f9a-2ba511ff0785"/>
          <p:cNvSpPr/>
          <p:nvPr/>
        </p:nvSpPr>
        <p:spPr>
          <a:xfrm>
            <a:off x="6199632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日誌會印出 Basic 標頭(Base64 即帳密)→ 日誌要保護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90fa1f6-0302-4151-a73e-54712ae7cce3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875d4818-4d0e-46f0-b2d9-5a3c92476d3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eecc34ec-a75d-4828-a647-be260ec36fe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11342928-5285-46d3-8f8e-288591de6137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0fdaee41-e3e7-44a7-ac5c-e0a97e5d04f4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10d7424b-2f03-475f-907a-1649db1086c8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0e87ef39-f75c-4061-aa40-6f2480601d42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1b21a510-289f-4090-9171-0680c81435c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60464b34-816d-4da3-9866-84e0d2e24dae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834ca808-ba2e-4919-b732-8b48b34a8f5b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2780db18-51c5-4779-b0e0-c97b30886ea1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1bfca2b9-b633-44f7-a849-a7e7d76e4499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9e444f23-7d47-4a59-9f82-04b3e75a8d8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474a3b35-d8fc-4026-82ba-6c575fc2ff0a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6db5c395-0b54-438e-82ae-36f452baaa60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69065f07-9082-4789-b336-cd03151aa081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5b4d6f23-d389-42ba-bde0-6b7e163676c4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c4fb2089-cba1-4b65-a258-5594457c25e3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3a28306d-30a0-416d-a554-58be375ec153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e12ecb52-5a3c-4121-a5b7-e8a828710a07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07510a77-9797-47ae-9ae7-2c15bf55675a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2c3683bd-afdc-44c9-bb4c-08327fbfb703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3b847ed-f9e8-40ef-b5b6-0f374e709f02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c945daf-272f-477d-a89c-b32b639512e9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1f86f8b-44be-4bdf-a1c7-077e28f866b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edc03c54-5c19-4ce3-a99d-ef1ad9026f6d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d5546cb1-3d8f-466b-88a0-8209e2d8f4c5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980762b3-0555-4d59-8d15-84af14ce63f7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8fa6f788-fc8b-4b80-986a-19bf0b61b16b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7b4516f-78ff-4f64-85d6-bc0db4f44fa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3d43726c-14fd-4aaa-b552-8a90a0605205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750c01e9-fd78-4fa3-917d-f52a2acab596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8d666e18-16cc-49b5-8a9b-ed006db44268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686c44fc-ad78-45c4-82eb-67a7823d7845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c9e5628b-d61d-44bf-a3b2-487db4b657b4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9866a321-a6a0-4fe0-a899-314c9542f047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71a787b2-8b55-415a-887c-7b7d309ba31b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c1b2901c-afe0-47f6-8a63-ca0fde80eeef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397584cf-deb1-4943-a7a3-0bdac0014fc4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e1c87983-70aa-4cc7-b40e-869d59cc4f41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f3a27cfe-9062-4133-a60f-09fdfbfe332d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5c39bc04-97f9-4140-ad89-c5907e5ae78c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071b6c16-77b1-4fa1-9a5f-a543e9bed21f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87e584d6-098a-4197-ab4e-fb0a1f3e2706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66597739-8735-4575-bafa-d3c901fdb27a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3180523f-3d9a-495d-aa2d-a55d1f768358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a8fc8169-dcc5-4f6c-842c-0055b2a3066c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e424699-95c7-461a-a9b0-83e8c26c5ca4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4ee79821-d71b-49c3-82af-0918b84e3a0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53c14bd2-54a4-4094-850e-ebfc40592534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5713bf07-77ca-4cc6-a06a-335afbc15186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2f431474-639d-4aa9-9933-e59d06a184d6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e99f3422-c454-409d-b7a8-19a8dbf09630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cd16c969-0b91-4fef-b2a9-fc5aa779047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ae5230cf-3cf0-431d-b2b6-eb830749590a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b1958633-f4cd-481e-92d3-1e2d3e0f5f46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a8ea3825-7f53-434b-9d72-b479b7a55dc5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c7495fe0-4198-4cfe-a299-a0ac28fdc2eb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c99472d3-2c36-4493-b634-6d9a94cbd6a7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d22629f8-951f-47f1-b292-0d830d4d03ae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c55a97a-1276-4eb6-a947-1e69cc6892a2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5c0404c-6288-4d0d-9d87-4970587b88c7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942b381-53c8-4f86-a3c6-89467fea432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e17f89b9-58db-43f2-adba-08a2b79fd717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4ab2eda2-cb47-4558-8edd-154c9b533b9b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0748d109-b659-4e71-b18d-c66def675d4f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e91aff6a-221b-4f42-b6c7-48fc69449d21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90bb0473-9462-4f2f-9348-d3564e1977d3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1aebaab0-e03c-4457-9202-14c283cb4d35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82c0abc8-542f-4b3e-973c-678b7766b310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84e2c8ba-bf34-47f3-8c73-ea793809a35c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7ae320d5-5629-4ed1-8ed2-f39e88583bbc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e51c9de2-2779-46d2-bcfe-a4875099fe1e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675ab5bf-1886-4798-8213-0a146a89197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59ad6a23-05d6-4297-8071-55f2da0f1b44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f8034c6b-7a18-430a-af5c-87abf5762552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82694a27-fa4c-4aa8-a484-c0f4f51fb889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809cd79e-bdd5-458d-ad7b-8a977dc5261b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570cc1f9-81c7-4b94-b85d-07ef5a2ed10e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ca07ca52-adc3-41dd-b3af-7a3d5f88770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c75b6478-c3b0-431a-a6e7-92dee3d3ac28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5ebee21d-9a73-4717-b3ba-5d3346a6dc1b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0932ca18-3e8a-41ff-b25e-0610f111a540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6d3d162b-96b0-417b-a888-5439185d68fc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4c05cd85-934a-4326-af7e-951f3d568d4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7b96d284-3775-4763-af78-2feea5b9cb23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936a09e0-cc12-435a-8c67-9a6d7cfe418f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9533afce-b1a9-49fa-bdab-8a23ea136262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ebf2197b-32aa-4ebb-bc00-563fc52e0011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58f12b28-9216-465b-8b00-669f517220aa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3fa71d9d-5375-4812-ac64-fef0a009212b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2141856b-59b2-4787-8497-5ed1608826f0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8b2cb75e-4a07-49ff-8352-03303b7792fc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62ad29cf-6d7e-4797-9c59-6109a4a8d02c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94973a2-2a5a-46e5-9b66-a20cc8bb903d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967501a9-af71-4288-a099-94f14c17c062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390e3274-5ae5-44eb-8bfe-3dded5ac991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cff64930-e578-4493-96a4-5e89245d1dbe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cfc921f1-fe47-4878-91ec-1e26b1c1c385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d32ba7b4-ba50-4ee5-a5ed-86d061191c1f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683ce104-7d51-4db5-986a-df91f55df910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ff3b0626-99e5-42d8-a7c7-14b841597361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208c6f36-7762-4dc8-a2bf-6052a3f40469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d84fbfe3-19dc-4786-b7b3-e3f40c5323d6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9b198975-63c9-4d7f-a5d5-a82dc2f48b04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409e9302-ea88-46c5-ad0d-a2c7da9f9eec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cef0c95e-4061-4b76-9dbc-093ca2458181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356d987b-0204-4e67-a4dd-f0e4db84c23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816044ef-ff68-4b7b-a6e6-e3ee32433aab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05109767-9f96-4e74-9935-6d49b85fddc1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0621148a-336a-4b61-9114-8ba9b8fc9422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caec6fc-81c3-47ad-b31d-b6ffb0b41479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012d2e59-498a-4906-b80a-157203848d30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647e79df-ad52-471d-a2b3-0751168311a7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82cbe469-9c82-4945-ac1d-1103d27f4fa6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d2bf1f82-d1b8-489d-b2e2-8d2635ac4ff1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74a9f431-1ffd-4633-9afb-ba9d94cfd055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81ec994f-6c89-46e5-a71c-58443311f83a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951d40e5-c56f-4a55-b205-d819fa071f7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cd5c0503-449a-40da-8975-ffe434e7438d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dd37f1a6-7806-414e-a594-5c7eef383c53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5e7dc5b9-fcfd-4a47-a7c5-a122fff8e9c8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3c57d68a-2c9f-4b10-9504-7bbec3c6aeb1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b387310d-188a-49f8-9767-d8d2ab324808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03b76456-0d70-44af-a211-32207e0c12f2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4b8a7f17-8ae4-4574-b67b-89b0fb747817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34f5ad0a-4889-4eea-bebe-dfe28bb0e9a7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80dfadf9-8c4b-437c-ab9f-df294ae78b30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4400bacc-fb6a-426d-b6ee-e5727afb02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f561b44-c85f-49da-87ed-1f2651e12082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dd2157e-d83e-4e82-b3f8-f7ea5904dcd5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4eeed0b-9c0d-4267-8e3c-558b563d128f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fd9afd92-43ef-4a8d-8672-53c0070a2e3e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e5db6948-3169-4cbb-b28d-59bc9c4a866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3d8aaa36-1946-409c-a777-08212b6cfd0a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3c85a5c9-7b56-4f55-a5a2-4ceea664a782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0d185b3a-53d8-449a-be46-c40147e59f62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4229a083-25e3-45b0-9227-3005abfab354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472835ac-355a-4802-bf98-6c396cfa023e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488f6f82-6efb-4cd6-9272-3a38420cf93f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98ee4bd9-d26c-4570-a2e0-36fc4e7e0a7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9140f86a-67af-4ae2-bb6f-98126e5ded20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6c612cbc-b5f8-401b-a3d5-d56333ac576b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01771ad5-5aa3-481d-a423-9ec765bd5c79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a6e443a7-c98d-4cb3-b0f7-344ee47635b3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bb0cda74-c322-4347-8c05-cd15a4d236fe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e2011f78-c3cd-425c-ae48-14434da48c34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f5a1e1e8-6b84-4e96-a844-274ebfefa78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6e8d9afc-76ad-47ad-976a-12ed60bf2c13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2a3aaf20-2289-43c9-bc27-09fce20dba9b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38692c8c-7bd8-4871-9e0e-8813d412ffa6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8b5e8711-04cd-4c4d-9b80-8cafefce4d07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4074a794-c5b1-4790-bb4e-2fe0352974cb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8beffa6f-056c-4aeb-b293-26af43d29227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0d82551c-c82b-43ff-91a7-f881f7d4231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a2c4112c-90f3-493c-9483-0021995b2f85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46207fcd-1ef2-4cb2-ad23-5f3be4ee3e37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0612b49f-b6f5-4202-8a5d-b24538e4d3e0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dcf68deb-b769-4247-a1d2-225cbeb751df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e8f3d188-5682-489e-aea1-e5b0f1a32afa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be9e5845-006a-4748-b21d-2472fd74fe3b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9f6157e9-7548-407c-a12f-66517cca5e4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1f130468-9584-4548-9ec1-7233ebd82471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047b3250-61e7-48b8-a04e-76bcde116dab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fb3a45ea-01f8-45a3-b3bf-7131c70fdef3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a64b4b9c-32fe-4623-8851-be6fdad1f9aa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3a93a5a0-5695-4ce6-8f00-7f53562998b6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69485a17-5f05-4d2f-b4c3-725302ae4f08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b708ece6-3fad-4d33-a762-82000d8ca60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32a30403-815a-42f7-86c2-11657becf7d6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dc24255a-0e36-467b-a152-d8a74f7dac14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70f83ce3-7dc4-4e44-b4a3-73d9409686cd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deb74685-0b5a-4f2b-b2fc-ba22def96b78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52507193-14ed-495e-8d79-0123ee4e8d5b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040760d-d33b-4185-a346-646fea387340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46fba526-df78-4478-a0ed-643d1e43a564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993fdf3c-da00-4a72-ba7c-010df652eb6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00887c53-0179-4396-92aa-68d595792fec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d8ade747-57a6-46dd-94d3-211a86e398f1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af3c7b4f-03fe-4c2e-baeb-d645ddedadb8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22d67056-3fd7-4721-ac2a-537db2b7003c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7531f742-24a5-4bf9-b020-ebc0b8be7770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6ffda488-8073-437a-95ca-37a291c0ee7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44db6839-6aba-432d-98ef-ad7870c85f67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a869f43f-be83-4078-a525-7f8552c74e29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facfc7fa-daba-45b4-bcc3-51cac9e3e64f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93a277d8-06f5-4644-a27b-29b1e73827dd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9c241216-9719-4474-a9f8-f0787f5d7cd9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f2fdb153-4aa0-4d03-a125-15aba146c33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04a6d96c-5d1c-49f5-8b0e-e70cbb98aa03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43b03dd5-3c5e-4f82-b824-10296d8585a9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f3177607-de68-430e-8e10-4da1328a55d6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3483372b-9cfa-4dc0-a596-5b37655000f7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a0868f39-777f-4544-8f01-405c969b5e4e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46abd3ef-5ae1-4efa-aac2-b5a750206b7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581ebed7-5c7a-4910-9740-c9220d778def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26e2118f-aac0-4218-b34e-457fc08a4e56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61defac1-8ff6-4f2c-a479-57eee5161a78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8e375630-1107-4708-aa5d-2d3ac9632ec6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9d1889f3-0400-4566-a2eb-f52b2fe400bc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60386b02-dfdc-463d-b31c-cd9b213856c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4faaaaaf-3fd3-4b0e-aa8d-424257e91e4d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0369eb72-dba2-45e2-bb4f-e0e75ef94868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8f7ace57-72aa-4da7-bf07-e40052bc693b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8d2db249-9b77-4e9b-93f1-130d9d11d27c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ddef4235-a211-4909-a2be-02c0ae1423cf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d34257b8-011b-44e3-848e-5fdd5e0e21a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ae0b1e42-5e86-4fa3-a623-89d083310286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9046c850-67bc-4c50-b989-bed7a127020b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f050ce25-2cf4-4402-b670-8feb0a749c78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c63d9d3-c4ee-4db5-a038-d8577bae8578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5a1a3adb-a454-4659-a951-a6c8b1685cb1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0b076791-f754-4240-9ba8-ef6445278b2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421ff708-d81c-4a22-8085-dec0c6c9d79f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2927b8e5-dddf-430a-b510-afcf67c5a80d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e7726507-815c-41f8-9d14-385878af8436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eab54de1-cb7c-4d89-94de-397bb3ad15f1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5fdda7d1-85ae-4754-aba0-24a93d03fd45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704aa416-439f-4b48-ac37-256da08064e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d3ea8edc-7be9-4d1b-b68a-334091cd4450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a13b05b3-c5df-4a0e-adf9-a76d410e8021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b43c5c56-4da9-4a61-a2a9-0cf4b978c1e6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dc575681-3d20-46e3-a1dd-f16f0b874764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cea631bd-4b42-496a-bc0c-9a51e2970dfe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bb003eeb-403f-426b-afa0-0916f04f06f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b1c768a3-107b-41b2-b9c8-9ef96fc59479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0b7a08f3-78dc-46d0-976d-c841e6c3be1e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8105bd96-a966-49c3-87f7-2370ac244d9e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07389df2-1286-46ab-b243-5cf8887d78d0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db647de-e714-4354-bf79-f91ba2f69427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6a59b1be-721c-4b86-b3b3-800d298d4189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e0100ae8-aea6-4a68-83c3-31d5c4497a7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d547262f-7083-4488-b73e-8926783dc5fe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4c6dcb2f-2683-4829-99a1-d6a1f9422f3b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b07738a0-cda8-47bb-8432-89004db210e8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54728b75-a710-4cd7-99e3-cecc495775e3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9b8fc03c-cf06-49da-8bc6-5f69db0898c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671f19f4-ad6f-464b-85d6-654245eac409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c88d115e-6b62-4a2f-bce9-f20767d15b72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533483b3-492a-4aad-a746-cfb485c3851b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fb2ec4b-6712-4c22-9da0-58fc2362f3d9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297dc98-c343-4230-b3cf-e4a8de77e400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f08cd401-e255-4df3-a1d9-cfbb7b59f560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669f6721-a1fd-4749-a920-b16f4baf91b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bdf92378-f1f6-4d74-98e4-fffc29231eb4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2d53492f-eed8-4f1c-8971-d5128b68a3bc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45893a2b-3423-411e-bcfb-5e9c5b69739c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6612784b-be01-41bc-adb1-7da84cec8175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a6c2c5c7-6e0a-402d-8b0f-9e69a707c53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31fef36b-9ba8-4fde-8d71-b753200c3e41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a5391a13-adb4-4218-84d3-01de80685270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86aa1e6d-b523-45af-bef7-5277fa046549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4587a16b-8b43-451d-853f-5dc604d570a2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00ac6876-9cbf-43d6-b756-d3e097779ef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617f3802-49ad-4fc1-a0b0-24dfa872543e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ac78dee3-ccf6-4587-b8af-b0b364432f8d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866682cc-807a-4ae5-aa1c-3979bf8b3e24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6abee31e-a52e-4d7f-8419-23bff4d0606c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c8b5aa3f-d7fe-478e-ac9a-4d527171b99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174b036e-e963-4656-af5b-fe45cd9e1fc0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10117ffd-6af6-4a77-92dd-a5aa3342bd06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34bd870c-27d8-4f06-a164-8cf8f9118ad4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2668b0e9-383d-450c-86fe-df2d7751a2b7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d00eb617-5009-408d-8d2c-5126e5cf2ec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ca106460-0bf5-46ef-a7c9-dff5151596a0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4efd26f3-6935-45cd-b838-925b0fba4bd2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f5cbe12e-a81e-447d-af35-eff50d04e95a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a28174a3-aedc-477b-8b61-0b8f1f1243ca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ef12205d-db69-4993-85dd-79664a03b28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51f5f38c-2d1f-4bc0-b921-2cfa9dc848fc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c2d8b3cf-82cd-4d70-a99b-056c9637df20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7152e041-7120-4463-a8e6-43e61c88b0e0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4aa41e63-0a8b-412b-9c3f-6c957cbc341b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8bfb8eef-9a71-4a91-b0e3-c0044859b203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7f8edb72-374c-4c11-9951-a752da975a8c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66e3a274-5376-4c22-8641-539886642776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b53a7720-8a6f-469c-9dd3-1022a75bb7c4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42cc0eaa-bdcc-40ab-bb8d-61c4f1921659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f7fabc70-aa6a-4eb5-81b7-d7ba1513f62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bcd5469c-4ce5-422c-ae6a-18e4acddf24a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302d01f8-86cc-4549-b12c-a3ae96c340d8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6eeae7a-bec3-4644-b53a-f07792d05792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5a3bae1-d33d-4313-8edd-bbbb547384b6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72eb567-8ea4-40d8-b8b6-6b2f1cec6e9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30caee7d-68b9-4b84-b765-875336ad865d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c4229528-91d5-4947-9b21-4eb9b25a1bb9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85056359-7acb-4bb9-8efc-0861cdd98a5f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f72f77f9-7462-48f2-9e8a-4a45dca63067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ace2da23-36c9-483a-a6a2-612f0f8bae60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699b3c6d-41f3-428f-914b-103d82bfa13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ee285f19-a096-496d-8f99-1c16c34d687b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4b514499-836b-4a33-be1c-a055043dc8f2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5dc84339-437d-4d8b-aad7-a3190b7a5200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510f7046-388f-4a51-98be-5ba42636d558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a79d16fc-80b0-44cc-b0c6-4e66be069036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51841822-f82a-4b46-ad30-a4bae35adfa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6139c9b2-04eb-43ef-a675-8a43f7756c48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d2971875-ce4c-460a-b297-90dc89a3560b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daa1f247-6056-45d3-939c-cd75eab40eb5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