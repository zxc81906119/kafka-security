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broker、controller、C3、REST Proxy、MDS 共用一組 server 私鑰與憑證,設定在 keystore;SAN 必須涵蓋這些元件對外的網域或 IP。client 端的 truststore 匯入簽發 server 憑證的 root CA 憑證。MDS 與 broker 會連 AD,AD 走 LDAPS 時,要另外設定信任庫,匯入簽發 AD server 憑證的 root CA;MDS 與 broker 共用一組設定。補充(原大綱沒列):C3、REST Proxy、bootstrap 與經 REST Proxy 的 legacy app 另外各有一張 client 憑證,用來向 MDS 或 REST Proxy 證明身分(見認證與元件交互各頁);共用的 server 憑證只做加密,它的 CN 不綁任何 role。AD 的 LDAPS 憑證若由中繼 CA 簽發而 AD 沒有送出完整鏈,中繼 CA 也要匯入,此情況未實測。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原列的九條連線:broker→broker、controller→broker、MDS→broker、broker→controller、controller→controller、C3→broker、C3→MDS、REST Proxy→broker、REST Proxy→MDS。補充(原大綱沒列):外部 client(人的 CLI、服務、瀏覽器、經 REST Proxy 的 app)連到 broker、C3、REST Proxy 時,也需要信任同一張 root CA。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Kafka 叢集內部元件溝通:broker、controller 連 broker 用 SASL/SCRAM-SHA-512;broker、controller 連 controller 用 SASL/PLAIN,帳號密碼寫在 JAAS 設定。人連 broker 用 SASL/PLAIN 加 LDAP(AD)。服務連 broker 用 SASL/SCRAM-SHA-512。C3 與 REST Proxy 連 broker 用 SASL/OAUTHBEARER,會先用 client 憑證向 MDS 換 MDS token。補充:元件處理自己的工作時帶元件自己的 token;人經 C3 或 REST Proxy 操作時帶本人的 token;legacy app 經 REST Proxy 時帶代表該 app 的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授權依靠內嵌元件 MDS 管理 RBAC 資訊。MDS 是 HTTP REST 服務,提供 token 簽發與 RBAC 相關的 API。RBAC 的 API 被呼叫後,會把 RBAC 資訊寫入 Kafka topic。MDS 也會定期把 AD 的 user 與 groups 對應的變更寫入同一個 topic。Kafka 用已認證的 user 對應 topic 中的 groups,再比對 RBAC 資訊,判斷這個 user 有沒有權限。補充(demo 實測):topic 是 _confluent-metadata-auth;同一時間只有一台 broker 的 MDS 負責向 AD 查詢並寫入;每台 broker 各自讀取整個 topic 更新本地快取。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AD 群組與 role 對應的建議做法。設計原則:①人不寫資料(讀取群組只讀,維運群組連資料都讀不到),寫資料只由服務帳號做(SCRAM,綁 User:,只綁自己的 topic);②讀取群組依系統切 topic 前綴,避免跨系統讀取,前提是客戶有 topic 命名規範(尚未確認);③建 topic 與改授權分成兩個群組,平時是空的,依變更單臨時加入、做完移出(臨時加入與移出的流程在 demo 第 11 章實測過);④資安與稽核另設群組;⑤SystemAdmin 只在緊急時使用。建 topic 的角色選 ClusterAdmin:可建、刪、改 topic 與設定,不能讀寫資料;代價是範圍為整個叢集,不能限定前綴(DeveloperManage 可限定前綴,但不能改設定)。官方依據(Confluent Platform 文件):RBAC overview 頁:"As a best practice, grant each user the minimum role required to complete their tasks.";role binding 建議上限 1000(soft limit);群組綁定的使用者 ID 大小寫要與 AD 紀錄一致。Predefined roles 頁:建議把 SystemAdmin 限制在每個叢集一到兩人,用於初始設定或正式環境的緊急狀況;UserAdmin:"Users granted this role should be extremely trustworthy because they can grant roles to themselves and others.",並可用 audit log 監看;ClusterAdmin:"This role cannot read or write Kafka topic data because it does not have Read or Write operations on Topic.";DeveloperManage 可建立或刪除 topic,但不能改設定。官方沒有提供群組怎麼切的範本;本頁的切法是依上述原則與職責分離的要求所做的設計。SecurityAdmin 與 AuditAdmin 的實際權限未在 demo 實測。依系統切群組會讓 role binding 變多,要留意 1000 筆的建議上限。不同環境(例如測試與正式)建議各用一套群組。讀資料需要兩個綁定:Topic 的 DeveloperRead,以及 consumer group(資源類型 Group)的 DeveloperRead;只綁 Topic 時 consumer 無法加入 group。Topic 的名稱與 consumer group 的名稱是兩套各自獨立的名稱,前綴不一定相同,要分開綁定、分開規範;另外資源類型 Group 指 consumer group,與主體的 Group:(AD 群組)不同。demo 的做法是 Topic 與 Group 各綁一筆前綴(例如 Topic orders. 與 Group demo-)。只寫資料的服務只需要 Topic 的 DeveloperWrite。使用交易(transaction)的 producer 另需要 TransactionalId 資源的權限,這點未在 demo 實測。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 更正與補充:官方 Predefined roles 頁除了這十個角色,另列有 KsqlAdmin(本方案範圍沒有 ksqlDB,未列入);十個是 demo 的 MDS 實際回傳的數量。SecurityAdmin 依官方原文是 Enables management of platform-wide security initiatives(設定加密、audit log 追蹤等安全功能),實際權限未在 demo 實測。右側資源名稱(orders.、infra.、demo-)是範例。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bootstrap 服務帳號連 MDS:使用 mTLS 認證(須提供 client 憑證),由 MDS 做權限控管,bootstrap 應為 super user。C3、REST Proxy 連 MDS:使用 mTLS 認證,MDS 認證後簽發代表元件本身的 MDS token,元件用它與 broker 交互。人連 C3 與 legacy app 連 REST Proxy 的步驟見後兩頁。補充(原大綱沒列):人用腳本或 Postman 經 REST Proxy 時用 Basic(AD 帳號密碼),REST Proxy 把帳密轉給 MDS 驗證並取得本人的 token,不經 impersonate。用詞:原大綱的「服務 → REST Proxy」在這裡改稱 legacy app(只能 HTTP、用憑證的服務),以便和認證頁用 SCRAM 直連 broker 的「服務」區分。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人連 C3:瀏覽器用 Basic 登入;C3 把 Basic 資訊轉給 MDS 做 AD 驗證;MDS 回傳代表人的 MDS token 並放在回應的 cookie;C3 把 MDS token 放在回應的 cookie 給瀏覽器儲存。之後瀏覽器發請求給 C3:如果要與 MDS 交互,C3 把 MDS token 轉給 MDS 驗證;若未與 MDS 交互,則用 MDS 公鑰在本地驗證;若操作與 broker 有關,則拿 MDS token 與 broker 交互。補充(demo 實測):token 同時在回應內容與 HttpOnly 的 auth_token cookie;瀏覽器之後的請求主要用 Authorization: Bearer 標頭帶 token,兩者都有時伺服器優先看 Bearer。補充(demo 實測,2026-10-05):轉給 MDS 的路徑,C3 不先驗 token;帶偽造的 token 時 MDS 回 401。完全不帶 token 時,C3 內部的 HTTP 客戶端會向 MDS 出示共用的 server 憑證,MDS 把請求認成 User:kafka.demo.local;這個身分沒有任何 role,所以查詢授權資料回 403,只有不需要權限的角色清單回 200。因此共用憑證的身分不可以綁任何 role。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服務連 REST Proxy:使用 mTLS 認證(須提供 client 憑證);REST Proxy 取出服務憑證的 CN 當作服務帳號;向 MDS 做 impersonate,取得服務的 MDS token;用 MDS token 與 broker 交互。補充:REST Proxy 呼叫 impersonate 時,是用自己的 client 憑證(CN 為 restproxy)向 MDS 認證。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端共用一組憑證;要證明身分的元件另有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0a3b4189-cd05-4729-a460-4d4bd546d2c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17338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時才需要;有中繼 CA 時可能也要匯入(未實測)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憑證(補充)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各自的私鑰與憑證;憑證的 CN 就是身分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Proxy、bootstrap、各 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或 REST Proxy 證明身分;共用的 server 憑證不當身分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fc28554e-d221-4d8a-acb8-b8d6e9620fd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020649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981a7c0-b564-4cd2-bb63-68247dc90947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九條連線的 client 端,都匯入同一張 root CA 憑證</a:t>
            </a:r>
            <a:endParaRPr lang="en-US" sz="1250" dirty="0"/>
          </a:p>
        </p:txBody>
      </p:sp>
      <p:sp>
        <p:nvSpPr>
          <p:cNvPr id="7" name="26aaf308-20a0-40e0-b866-2d229024c9c9"/>
          <p:cNvSpPr/>
          <p:nvPr/>
        </p:nvSpPr>
        <p:spPr>
          <a:xfrm>
            <a:off x="548640" y="560510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補充:人的 CLI、服務、瀏覽器等外部 client 連進來時,也要信任這張 root CA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6d3d3227-3007-44bd-b2a6-d8f9ffb7ecf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MDS token:元件自己的(用 client 憑證換),或代人、代 legacy app 取得的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0ab46c25-6635-4953-aef8-e26761b6e3f5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e3731861-33af-452e-bf72-c78e5edafad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用已認證的使用者,從 topic 的資料查出所屬群組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267ffc74-ea93-443f-a9d8-cde4a53c67ca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補充:各 broker 會把 topic 的資料讀進本地快取,授權時查快取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建議做法:人不寫資料,高權限群組平時是空的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2" name="a7ef6045-6af0-41d7-ade9-705df14c19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716415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群組或身分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平時是否有人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Topic:&lt;topic 前綴&gt;;Group(consumer group):&lt;group 前綴&gt;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有:該系統維護人員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有:維運人員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建、刪、改 topic 與設定;不能讀寫資料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有:資安與稽核人員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管理安全功能與 audit 設定(未實測)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空:緊急時一到兩人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服務帳號(SCRAM)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讀:DeveloperRead;寫:DeveloperWrite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Topic:自己的 topic;讀取時另加 Group:自己的 consumer group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寫資料只由服務帳號做;綁 User: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5bf060b4-2036-4837-8b27-4a99dc05d8c3"/>
          <p:cNvSpPr/>
          <p:nvPr/>
        </p:nvSpPr>
        <p:spPr>
          <a:xfrm>
            <a:off x="548640" y="55881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名稱與前綴是範例;topic 與 consumer group 各有自己的名稱,命名規範要請客戶確認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本方案用到的內建角色,依「綁在叢集」或「綁在資源」分兩類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sp>
        <p:nvSpPr>
          <p:cNvPr id="2" name="57b3df1b-9b3d-4def-83cb-3812361f0bb1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40" name="ed84c632-0de5-4738-a58b-dfa72cb0e8f9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1" name="4403a882-833e-4cfa-87d2-b5eac621493c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7a5c96b0-c4ee-4261-8212-68714cb95f72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42" name="cd2eb8fa-2748-434e-adca-c3ac8af9b64f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4cbd0716-fe79-45b6-bb17-79788ae494c9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43" name="605bbb8b-93cc-4613-806a-a2e5bfb6311c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e0ec3f62-ea69-4fd4-ac8f-dbd61d5e1f7a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55652665-7a60-466b-873f-1e60c45b8836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0fbbccd5-3dc6-40f6-8bce-0df43bac704c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eb121933-7fcc-43a7-b310-337bde03180c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f1b4ae34-77c7-458a-8b64-00042d29fe56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管理平台的安全功能</a:t>
            </a:r>
            <a:endParaRPr lang="en-US" sz="1100" dirty="0"/>
          </a:p>
        </p:txBody>
      </p:sp>
      <p:sp>
        <p:nvSpPr>
          <p:cNvPr id="14" name="bba96050-7c48-4ba6-9512-694eb61722fb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44eb6d44-17fb-4adf-8ef8-6d896631a68f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b9ef3632-aa53-4cbf-9cab-2b36d3b24749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bda142f4-7c05-41b5-ac73-9b9423c59a03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f5417ee2-81a8-42d2-a6a3-0b498dd5a2d1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704cc8b2-3a7a-4eeb-ae13-912a2da62e6b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3eeeec2c-b713-405d-9d8d-6a8856b6b351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5a1052d6-57d6-4215-a531-75f9a76b2b91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b26aac58-0eb1-4baf-8075-47eda41d891f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81b6d72a-dd17-4d71-b2b7-ae5a73f507c8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0c2a5450-c063-4524-a266-25908faa7367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72e6dc4a-77b3-4837-8252-048e0b710356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fe9f9e9d-70b2-43db-a1e7-c7d25ed6696a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4b6c310a-f751-4160-a91b-5870b4dc65db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c3c22a4d-5f86-423a-8ce2-1e5b087e5c91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d3356886-5487-47d6-acac-9020ffdfacaa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f57081b4-2fba-4d5a-8140-6895745cd2ed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92a33340-2860-4a17-abf0-9b60bff6a33b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比對方式(名稱為範例)</a:t>
            </a:r>
            <a:endParaRPr lang="en-US" sz="1200" dirty="0"/>
          </a:p>
        </p:txBody>
      </p:sp>
      <p:sp>
        <p:nvSpPr>
          <p:cNvPr id="32" name="3b84d5d7-369f-45df-a375-d79a183b7ec0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54201cfb-ee22-4978-bfec-e95f16481037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b3a3cc93-20ea-41f1-a83d-4f2a28b55643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3d7a089f-80b9-4dfa-8e2e-0dfe459983fb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8b6d0f16-4def-4421-b487-44ff8c0d4247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03ecdef4-ac80-4ffe-9527-f9c1b0d4c367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對應上一頁的例子</a:t>
            </a:r>
            <a:endParaRPr lang="en-US" sz="1100" dirty="0"/>
          </a:p>
        </p:txBody>
      </p:sp>
      <p:sp>
        <p:nvSpPr>
          <p:cNvPr id="38" name="e0ecdccc-f050-4933-b31c-89b9447c64cc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 → Operator @ 叢集</a:t>
            </a:r>
            <a:endParaRPr lang="en-US" sz="1000" dirty="0"/>
          </a:p>
        </p:txBody>
      </p:sp>
      <p:sp>
        <p:nvSpPr>
          <p:cNvPr id="39" name="95e0a5ab-f5ac-4226-83f0-2ca388b45780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讀取群組 → DeveloperRead @ 前綴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8</a:t>
            </a:fld>
            <a:endParaRPr lang="zh-TW" altLang="en-US" sz="900"/>
          </a:p>
        </p:txBody>
      </p:sp>
      <p:graphicFrame>
        <p:nvGraphicFramePr>
          <p:cNvPr id="2" name="f54417ae-74da-4c39-a0c8-0f560f546a9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29749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REST Proxy(補充)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 帳號密碼)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token,帶去與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 legacy app 的 token(見「legacy app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9</a:t>
            </a:fld>
            <a:endParaRPr lang="zh-TW" altLang="en-US" sz="900"/>
          </a:p>
        </p:txBody>
      </p:sp>
      <p:graphicFrame>
        <p:nvGraphicFramePr>
          <p:cNvPr id="9" name="41b89fba-6263-48ef-87a4-e6fcb543daf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47761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回給瀏覽器(回應內容與 cookie 都有)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時,用 Bearer 標頭帶這個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d38a1bdd-ac63-4acc-97c5-0f1f61a40cd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11091672" cy="157820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只能 HTTP 的服務;憑證的 CN 就是它的帳號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10</a:t>
            </a:fld>
            <a:endParaRPr lang="zh-TW" altLang="en-US" sz="900"/>
          </a:p>
        </p:txBody>
      </p:sp>
      <p:graphicFrame>
        <p:nvGraphicFramePr>
          <p:cNvPr id="10" name="9dfa4280-58ba-4142-953f-41936c5a73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105501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取出憑證的 CN,當作這個 app 的帳號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 app 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7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390789cc-b626-4248-877b-05a8350aa0d6"/>
          <p:cNvSpPr/>
          <p:nvPr/>
        </p:nvSpPr>
        <p:spPr>
          <a:xfrm>
            <a:off x="548640" y="50790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補充:第 3 步 REST Proxy 是用自己的 client 憑證向 MDS 認證,再代 app 申請 token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6647</TotalTime>
  <Words>3892</Words>
  <Application>Microsoft Office PowerPoint</Application>
  <PresentationFormat>寬螢幕</PresentationFormat>
  <Paragraphs>278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傳輸加密:要準備的憑證與信任庫</vt:lpstr>
      <vt:lpstr>傳輸加密:哪些連線要設信任庫</vt:lpstr>
      <vt:lpstr>認證:誰連誰,用什麼機制</vt:lpstr>
      <vt:lpstr>授權:MDS 管 RBAC,broker 判斷</vt:lpstr>
      <vt:lpstr>授權:AD 群組對應 RBAC role</vt:lpstr>
      <vt:lpstr>Confluent 內建 RBAC 角色與 scope</vt:lpstr>
      <vt:lpstr>與 Kafka 元件交互:總覽</vt:lpstr>
      <vt:lpstr>人 → C3:登入與之後的請求</vt:lpstr>
      <vt:lpstr>legacy app → REST Proxy:憑證換 token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93</cp:revision>
  <dcterms:created xsi:type="dcterms:W3CDTF">2025-04-18T08:33:56Z</dcterms:created>
  <dcterms:modified xsi:type="dcterms:W3CDTF">2026-10-05T07:38:58Z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