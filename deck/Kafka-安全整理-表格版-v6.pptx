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Proxy→MDS。補充(原大綱沒列):外部 client(人的 CLI、服務、瀏覽器、經 REST Proxy 的 app)連到 broker、C3、REST Proxy 時,也需要信任同一張 root CA。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AD 群組與 role 對應的建議做法。設計原則:①人預設唯讀,寫資料只由服務帳號做(SCRAM,綁 User:,只綁自己的 topic);②讀取群組依系統切 topic 前綴,避免跨系統讀取,前提是客戶有 topic 命名規範(尚未確認);③建 topic 與改授權分成兩個群組,平時是空的,依變更單臨時加入、做完移出(臨時加入與移出的流程在 demo 第 11 章實測過);④資安與稽核另設群組;⑤SystemAdmin 只在緊急時使用。建 topic 的角色選 ClusterAdmin:可建、刪、改 topic 與設定,不能讀寫資料;代價是範圍為整個叢集,不能限定前綴(DeveloperManage 可限定前綴,但不能改設定)。官方依據(Confluent Platform 文件):RBAC overview 頁:"As a best practice, grant each user the minimum role required to complete their tasks.";role binding 建議上限 1000(soft limit);群組綁定的使用者 ID 大小寫要與 AD 紀錄一致。Predefined roles 頁:建議把 SystemAdmin 限制在每個叢集一到兩人,用於初始設定或正式環境的緊急狀況;UserAdmin:"Users granted this role should be extremely trustworthy because they can grant roles to themselves and others.",並可用 audit log 監看;ClusterAdmin:"This role cannot read or write Kafka topic data because it does not have Read or Write operations on Topic.";DeveloperManage 可建立或刪除 topic,但不能改設定。官方沒有提供群組怎麼切的範本;本頁的切法是依上述原則與職責分離的要求所做的設計。SecurityAdmin 與 AuditAdmin 的實際權限未在 demo 實測。依系統切群組會讓 role binding 變多,要留意 1000 筆的建議上限。不同環境(例如測試與正式)建議各用一套群組。讀資料需要兩個綁定:Topic 的 DeveloperRead,以及 consumer group(資源類型 Group)的 DeveloperRead;只綁 Topic 時 consumer 無法加入 group。demo 的做法是 Topic 與 Group 各綁一筆前綴(例如 Topic orders. 與 Group demo-)。只寫資料的服務只需要 Topic 的 DeveloperWrite。使用交易(transaction)的 producer 另需要 TransactionalId 資源的權限,這點未在 demo 實測。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與服務連 REST Proxy 的步驟見後兩頁。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端共用一組憑證;client 端只需要信任庫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ca38e00e-af4e-4a98-9317-2dfb1c5ffc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01752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87074b2b-efc8-415c-9b28-6aa150a37b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706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71284b8c-2421-4c65-8841-0456744fc9e3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九條連線的 client 端,都匯入同一張 root CA 憑證</a:t>
            </a:r>
            <a:endParaRPr lang="en-US" sz="1250" dirty="0"/>
          </a:p>
        </p:txBody>
      </p:sp>
      <p:sp>
        <p:nvSpPr>
          <p:cNvPr id="4" name="ce8de420-3f8b-4d17-8d70-7c37d17fe317"/>
          <p:cNvSpPr/>
          <p:nvPr/>
        </p:nvSpPr>
        <p:spPr>
          <a:xfrm>
            <a:off x="548640" y="560510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補充:人的 CLI、服務、瀏覽器等外部 client 連進來時,也要信任這張 root CA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a51372ea-eecf-47cc-9cf6-56b5f1c99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2651760"/>
                <a:gridCol w="4416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先用 client 憑證向 MDS 換 MDS token,再帶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f5eec2e7-dcf7-46e2-9af9-d7c07d197217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cc3ba817-0cc3-44a6-9d15-d0cadf7293e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用已認證的使用者,從 topic 的資料查出所屬群組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07ab68f9-ac63-4cff-ac90-067c97a3e11d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補充:各 broker 會把 topic 的資料讀進本地快取,授權時查快取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建議做法:人預設唯讀,高權限群組平時是空的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10f93efb-defc-4de3-8a17-6619435ba3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  <a:gridCol w="1828800"/>
                <a:gridCol w="2011680"/>
                <a:gridCol w="2313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group:&lt;系統&gt;. 前綴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與設定;不能讀寫資料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檢視安全設定、管理 audit 設定(未實測)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讀:DeveloperRead;寫:DeveloperWrite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自己的 topic;讀取時另加 consumer group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3b51ee66-c9e2-4a87-b02e-d424e42e01ea"/>
          <p:cNvSpPr/>
          <p:nvPr/>
        </p:nvSpPr>
        <p:spPr>
          <a:xfrm>
            <a:off x="548640" y="55881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群組名稱與前綴是範例;topic 命名規範要請客戶確認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26538f6-0470-47d3-8838-22de075a699d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bf0af396-a6c8-432d-9a83-51a6057fd074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291e5b3b-97ee-4e16-aa7d-140d2d97d43a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ef99d413-62fc-4f76-afa3-660b06ff9073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c09c613c-119f-4b31-9db7-c065c53b579c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484400ff-00fe-4fd4-9b2f-d669aef83b41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4eb0aa7c-7615-46bd-8bdc-09f3e386612c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33ffd8bb-5665-4d7a-9fb6-cecf8a628fd0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4714d4d4-7e5d-4246-8a86-7a2c0d7070b7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8addfc28-82fb-4ede-b5f3-e279803303aa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faae3c06-9070-41c7-b8a3-38074a762cc7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8b43a9e3-4deb-4941-9c73-578a2e4691cd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a39cc0e0-c7c4-4527-bbfa-8288c1c978f8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71b18409-4665-46db-b420-83d1db52783d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3726da9d-8bfc-4bb7-87d2-07bb89cc469f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383ccef9-2e99-44a5-b4c4-815bf1e23e84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a5a28abc-83f4-4115-96cc-dbabc5b972cd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f0b751f3-8e86-43b0-8ec7-6444d62833f6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1b1fb58c-3f42-4076-8056-0915e76c30b9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bd851358-dd70-4c7a-a5ca-80737af4b274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be889c7f-85f7-4673-9a35-ccbfa54473a1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3494a5c8-eb67-4cf4-b4cb-912534f25246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8a509895-7763-44c3-b7cb-30e2c598d618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59ae2cb8-4e18-405d-afe7-390ceb67cf52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80747223-2c3d-4af4-9c26-c833560c99b3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c935a4ce-d64d-4424-9a54-313fe3418d36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aaa4457a-e377-4951-a097-3f7d399cff2d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3167ecf0-8d40-4c75-9b2f-edba21d165d6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8945e076-b09d-46e1-84a1-e60d8f00ee44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84b05887-1b89-4fbf-8ea7-3a9889b7078c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748807df-fb38-4c6f-9366-3c9e7bd0706b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60b4c0d8-10f3-44cf-ac69-4925c4d9c39b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88c621f9-92b6-4c43-a737-15335b56e184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850b12d3-e599-48ac-aa0f-4ce8ea06bfc4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859f4924-6090-4fe6-acd1-656bc779cb5f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f785cc90-b8be-43c7-a25d-4a8e61ee3e82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2ca241fe-5eff-4a3f-a8f7-b21296c3eaa9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0d9c1771-46f6-4be7-94ba-06e8a50239af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四種交互,認證方式與結果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b9aec7a5-b5aa-4c5a-8ce5-704bd5b792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  <a:gridCol w="3200400"/>
                <a:gridCol w="27706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取得代表服務的 token(見「服務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18756c93-ae90-4736-b71d-abdd8a617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82570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token(放在回應的 cookie)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放在回應的 cookie,交給瀏覽器保存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時帶著這個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edd016b0-172b-42e7-8441-42216d5b0a3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憑證的 CN 就是服務帳號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e766d918-c83f-4370-8bdd-77702d46aba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取出服務憑證的 CN,當作服務帳號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impersonate,取得代表這個服務的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3822639a-6fd8-4eb4-90f8-83752e2335b9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補充:第 3 步 REST Proxy 是用自己的 client 憑證向 MDS 認證,再代服務申請 token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