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r:id="rId19-created" id="256"/>
    <p:sldId r:id="rId20-created" id="257"/>
    <p:sldId r:id="rId21-created" id="258"/>
    <p:sldId r:id="rId22-created" id="259"/>
    <p:sldId r:id="rId23-created" id="260"/>
    <p:sldId r:id="rId24-created" id="261"/>
    <p:sldId r:id="rId25-created" id="262"/>
    <p:sldId r:id="rId26-created" id="263"/>
    <p:sldId r:id="rId27-created" id="26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D98"/>
    <a:srgbClr val="FBD190"/>
    <a:srgbClr val="F7C3BF"/>
    <a:srgbClr val="E58813"/>
    <a:srgbClr val="215F9A"/>
    <a:srgbClr val="A0C6EA"/>
    <a:srgbClr val="FFFFFF"/>
    <a:srgbClr val="F0BFB5"/>
    <a:srgbClr val="309B39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78" autoAdjust="0"/>
    <p:restoredTop sz="90831" autoAdjust="0"/>
  </p:normalViewPr>
  <p:slideViewPr>
    <p:cSldViewPr snapToGrid="0">
      <p:cViewPr varScale="1">
        <p:scale>
          <a:sx n="100" d="100"/>
          <a:sy n="100" d="100"/>
        </p:scale>
        <p:origin x="87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348" y="64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theme" Target="theme/theme1.xml"/><Relationship Id="rId18" Type="http://schemas.openxmlformats.org/officeDocument/2006/relationships/customXml" Target="../customXml/item3.xml"/><Relationship Id="rId12" Type="http://schemas.openxmlformats.org/officeDocument/2006/relationships/viewProps" Target="viewProps.xml"/><Relationship Id="rId17" Type="http://schemas.openxmlformats.org/officeDocument/2006/relationships/customXml" Target="../customXml/item2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Relationship Id="rId19-created" Type="http://schemas.openxmlformats.org/officeDocument/2006/relationships/slide" Target="slides/slide8.xml"/><Relationship Id="rId20-created" Type="http://schemas.openxmlformats.org/officeDocument/2006/relationships/slide" Target="slides/slide9.xml"/><Relationship Id="rId21-created" Type="http://schemas.openxmlformats.org/officeDocument/2006/relationships/slide" Target="slides/slide10.xml"/><Relationship Id="rId22-created" Type="http://schemas.openxmlformats.org/officeDocument/2006/relationships/slide" Target="slides/slide11.xml"/><Relationship Id="rId23-created" Type="http://schemas.openxmlformats.org/officeDocument/2006/relationships/slide" Target="slides/slide12.xml"/><Relationship Id="rId24-created" Type="http://schemas.openxmlformats.org/officeDocument/2006/relationships/slide" Target="slides/slide13.xml"/><Relationship Id="rId25-created" Type="http://schemas.openxmlformats.org/officeDocument/2006/relationships/slide" Target="slides/slide14.xml"/><Relationship Id="rId26-created" Type="http://schemas.openxmlformats.org/officeDocument/2006/relationships/slide" Target="slides/slide15.xml"/><Relationship Id="rId27-created" Type="http://schemas.openxmlformats.org/officeDocument/2006/relationships/slide" Target="slides/slide1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佳瑋(Verna Lee)" userId="e1c3b0e1-f32c-4f80-a53d-28435f812829" providerId="ADAL" clId="{98DFDF9A-BA9F-460C-9972-2EFD4D4006C5}"/>
    <pc:docChg chg="undo custSel modSld">
      <pc:chgData name="李佳瑋(Verna Lee)" userId="e1c3b0e1-f32c-4f80-a53d-28435f812829" providerId="ADAL" clId="{98DFDF9A-BA9F-460C-9972-2EFD4D4006C5}" dt="2026-07-09T02:00:46.557" v="31" actId="20577"/>
      <pc:docMkLst>
        <pc:docMk/>
      </pc:docMkLst>
      <pc:sldChg chg="modSp mod">
        <pc:chgData name="李佳瑋(Verna Lee)" userId="e1c3b0e1-f32c-4f80-a53d-28435f812829" providerId="ADAL" clId="{98DFDF9A-BA9F-460C-9972-2EFD4D4006C5}" dt="2026-07-09T02:00:46.557" v="31" actId="20577"/>
        <pc:sldMkLst>
          <pc:docMk/>
          <pc:sldMk cId="2405286114" sldId="2147479732"/>
        </pc:sldMkLst>
        <pc:spChg chg="mod">
          <ac:chgData name="李佳瑋(Verna Lee)" userId="e1c3b0e1-f32c-4f80-a53d-28435f812829" providerId="ADAL" clId="{98DFDF9A-BA9F-460C-9972-2EFD4D4006C5}" dt="2026-07-09T02:00:46.557" v="31" actId="20577"/>
          <ac:spMkLst>
            <pc:docMk/>
            <pc:sldMk cId="2405286114" sldId="2147479732"/>
            <ac:spMk id="7" creationId="{B7015A52-C78C-CF8D-BCE5-84E8531661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220F292-CE53-EB57-05AF-5B0FA193F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59F771-CF13-F789-00D5-E17C2F60C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CFDE2-6473-4080-A831-20006FDCD7F5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7AFBE0-C5E6-EC79-5695-0B034507F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B5B6BF-F741-592B-6177-C1F32AD83B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5ED1B-6EFA-4E36-AE60-E978C66F0D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010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6CD30-1523-45E2-9237-ECEAB48C50E8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5F5AC-016A-4A80-A5C2-27F05F9D97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2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6315A3-9032-F201-BBE0-DCF1E284C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sp>
        <p:nvSpPr>
          <p:cNvPr id="2" name="標題 22">
            <a:extLst>
              <a:ext uri="{FF2B5EF4-FFF2-40B4-BE49-F238E27FC236}">
                <a16:creationId xmlns:a16="http://schemas.microsoft.com/office/drawing/2014/main" id="{79256E4C-BBB3-F4EF-4575-2E9C1831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4857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A6E1F61F-101A-0690-91DE-D0570033B0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5276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D70598D0-A8AD-D246-77FD-6577B18E89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668" y="450774"/>
            <a:ext cx="3857540" cy="4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3DF4201-5DEC-2FDC-1DF3-476EEFC04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"/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87540F65-87CD-6C6D-7C2F-09D4A4A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A55E343-F865-91E4-FA15-92BF89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E3E0B239-8BA9-5B22-4759-168A4206D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9029" y="1574164"/>
            <a:ext cx="4491593" cy="41215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5" name="標題 22">
            <a:extLst>
              <a:ext uri="{FF2B5EF4-FFF2-40B4-BE49-F238E27FC236}">
                <a16:creationId xmlns:a16="http://schemas.microsoft.com/office/drawing/2014/main" id="{2DB15313-D7B9-05DF-1CAE-1059D2B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91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0F7A88E-D44F-2933-E9C4-14D87A566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10" name="標題 22">
            <a:extLst>
              <a:ext uri="{FF2B5EF4-FFF2-40B4-BE49-F238E27FC236}">
                <a16:creationId xmlns:a16="http://schemas.microsoft.com/office/drawing/2014/main" id="{59FA8356-E8DD-76B4-5DAB-17A19E50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291" y="1558384"/>
            <a:ext cx="5359906" cy="913944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endParaRPr lang="zh-TW" altLang="en-US" dirty="0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D2A5E82D-1701-8097-24BD-A40A303A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C636A1CB-A47A-70E7-8341-AF4E6A2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3D57D4E3-466B-F37C-94E9-4316C2EDD1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5665" y="2637655"/>
            <a:ext cx="4690533" cy="2467743"/>
          </a:xfrm>
        </p:spPr>
        <p:txBody>
          <a:bodyPr>
            <a:normAutofit/>
          </a:bodyPr>
          <a:lstStyle>
            <a:lvl1pPr marL="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3A233EB-4F1C-C1BE-EE2F-E6DCBF9B727B}"/>
              </a:ext>
            </a:extLst>
          </p:cNvPr>
          <p:cNvCxnSpPr>
            <a:cxnSpLocks/>
          </p:cNvCxnSpPr>
          <p:nvPr userDrawn="1"/>
        </p:nvCxnSpPr>
        <p:spPr>
          <a:xfrm>
            <a:off x="1066291" y="2472330"/>
            <a:ext cx="5359906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0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2">
            <a:extLst>
              <a:ext uri="{FF2B5EF4-FFF2-40B4-BE49-F238E27FC236}">
                <a16:creationId xmlns:a16="http://schemas.microsoft.com/office/drawing/2014/main" id="{8DC90A93-214B-7E1A-1224-4B8404F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8AED433-A3D3-13A9-C64A-C1BCBD58F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517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7222"/>
            <a:ext cx="5427210" cy="495195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9DE40350-99D9-B04A-08E7-7D34B5E2219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59065" y="1437222"/>
            <a:ext cx="5427210" cy="495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10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B0E74920-CCE3-AD0A-81AD-5076A9113C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DCFB3551-A66B-5033-9475-EFCF402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0D83EF-D797-A055-3F82-BAFFEC73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7" name="標題 22">
            <a:extLst>
              <a:ext uri="{FF2B5EF4-FFF2-40B4-BE49-F238E27FC236}">
                <a16:creationId xmlns:a16="http://schemas.microsoft.com/office/drawing/2014/main" id="{3FD9C074-B93F-02AC-0718-67BD93B2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67DD077B-8E85-4451-9E7F-6B3782D4B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72446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_無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4" name="標題 22">
            <a:extLst>
              <a:ext uri="{FF2B5EF4-FFF2-40B4-BE49-F238E27FC236}">
                <a16:creationId xmlns:a16="http://schemas.microsoft.com/office/drawing/2014/main" id="{AED04AC0-B8AA-CF4B-0B44-9B1DA23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1089377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id="{AB0B1B1C-096C-F6D4-901F-F00A7C18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1089378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060235-ABDB-2658-8864-CBBC1F24A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806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13CD57-DD09-17D5-B102-6F347923C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7D4709F3-40B3-06D6-AB2D-93898D13C1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6" name="標題 22">
            <a:extLst>
              <a:ext uri="{FF2B5EF4-FFF2-40B4-BE49-F238E27FC236}">
                <a16:creationId xmlns:a16="http://schemas.microsoft.com/office/drawing/2014/main" id="{23D48F7A-3F1F-4329-1211-400E999E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3841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2631B874-6616-2955-7E7A-0E6987140A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4260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3877963235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DF5C43-AB60-0FED-FFB9-19495D0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592139-8FC5-3643-4B0D-804E1665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F6A111-24DC-635D-D015-EDEB19D48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0750B2-8042-7E5A-D4BA-2DC95B8C8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41E099-1AA8-7B80-DD06-E354FBED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2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08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44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D9BE6-4BEC-7ECB-2700-52511025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Kafka 安全整理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7800F6-27CD-3259-1507-AA36A5B7E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>
                <a:latin typeface="微軟正黑體"/>
                <a:ea typeface="微軟正黑體"/>
              </a:rPr>
              <a:t>應用系統、C3 使用者、叢集連線設定</a:t>
            </a:r>
          </a:p>
        </p:txBody>
      </p:sp>
    </p:spTree>
    <p:extLst>
      <p:ext uri="{BB962C8B-B14F-4D97-AF65-F5344CB8AC3E}">
        <p14:creationId xmlns:p14="http://schemas.microsoft.com/office/powerpoint/2010/main" val="2781418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總覽:三個對象的認證與授權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應用系統、管理介面(C3) 使用者、叢集連線設定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" name="f2fc31c2-3c26-4f0b-87e5-b117542423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017520"/>
                <a:gridCol w="3383280"/>
                <a:gridCol w="2496312"/>
              </a:tblGrid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對象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帳號在哪裡管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8484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直連 broker:SCRAM 帳號;經 REST Proxy:client 憑證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綁在帳號或憑證的名稱上,只授權指定的 topic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直連 broker:Kafka 內;REST Proxy:憑證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84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管理介面 (C3) 使用者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帳號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群組對應 RBAC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8484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叢集連線設定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內部互連:內部帳號或專用憑證;C3 與 REST Proxy 用 client 憑證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內部互連是 super user;元件依 RBAC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依選用的方案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63901780-337a-4d25-b2f8-eea689932897"/>
          <p:cNvSpPr/>
          <p:nvPr/>
        </p:nvSpPr>
        <p:spPr>
          <a:xfrm>
            <a:off x="548640" y="5079039"/>
            <a:ext cx="11091672" cy="42424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所有連線都走 TLS;各元件共用一組 server 憑證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應用系統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兩種連線方式:直連 Kafka broker,或經 REST Proxy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3" name="7d929210-0ec9-4378-88a5-f1050fa4c47c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480560"/>
                <a:gridCol w="450799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直連 Kafka broker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經 REST Proxy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適用的系統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能使用 Kafka 用戶端程式的系統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只能用 HTTP 的系統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帳號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綁在帳號上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綁在憑證的名稱上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建議的 role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讀資料:DeveloperRead;寫資料:DeveloperWrite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相同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開放範圍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只開放應用系統的 topic 與 consumer group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相同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帳號在哪裡管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內;新系統上線申請帳號並綁定可存取資源(topic) 的 role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不另建帳號;新系統上線時簽發憑證,綁定可存取資源(topic) 的 role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密碼管理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於 Kafka 設定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依據憑證效期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管理介面(C3) 使用者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AD 帳號認證 + AD 群組對應 RBAC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4" name="6bd3520f-e0c7-4b46-9e65-b416a216c03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714232"/>
              </a:tblGrid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透過 AD 帳號認證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透過 AD 群組對應 RBAC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帳號管理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帳號與群組都在 AD;人員異動只改 AD 群組,Kafka 不用改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f8f20282-b2aa-4ae9-86d6-d3a6ed00608e"/>
          <p:cNvSpPr/>
          <p:nvPr/>
        </p:nvSpPr>
        <p:spPr>
          <a:xfrm>
            <a:off x="548640" y="3314165"/>
            <a:ext cx="11091672" cy="280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建議的 RBAC 群組</a:t>
            </a:r>
            <a:endParaRPr lang="en-US" sz="1350" dirty="0"/>
          </a:p>
        </p:txBody>
      </p:sp>
      <p:graphicFrame>
        <p:nvGraphicFramePr>
          <p:cNvPr id="7" name="d4e497b4-8e2d-451d-ad32-36751d4c8f9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36594"/>
          <a:ext cx="68580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931920"/>
                <a:gridCol w="4050792"/>
              </a:tblGrid>
              <a:tr h="3224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對應的 role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用途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2969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kafka-&lt;系統&gt;-read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DeveloperRead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 topic、讀資料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69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Operator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看叢集狀態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2969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kafka-topic-admin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ResourceOwner(Topic、Group)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建立、刪除、修改 topic 與 consumer group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69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kafka-cluster-admin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ClusterAdmin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叢集設定、應用系統帳號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2969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kafka-change-approver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Operator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變更作業的覆核人(第二人)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69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kafka-rbac-admin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UserAdmin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管理授權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2969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kafka-security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SecurityAdmin、AuditAdmin、audit 紀錄的 DeveloperRead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檢視授權設定、audit 設定與紀錄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69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kafka-breakglass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SystemAdmin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全部權限,緊急時才用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維運操作選單(OP menu):分層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操作員只能從選單執行審核過的作業;能不能做由 Kafka 的 RBAC 或主機的 sudo 規則決定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5" name="7ef2cea8-7548-4528-a7da-0db17b7d28ec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286000"/>
                <a:gridCol w="4480560"/>
                <a:gridCol w="258775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層級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誰用(AD 群組)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真正的門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值班查看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健康檢查、topic 狀態、consumer 落後量、磁碟、憑證到期日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RBAC:唯讀;不需單號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服務操作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重啟單一 broker、查看服務日誌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各節點 sudo 規則,只開放指定指令;需單號;一次只重啟一台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變更作業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kafka-topic-admin(topic);kafka-cluster-admin(應用系統帳號)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建立或修改 topic、新增應用系統帳號、更換密碼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RBAC;需變更單;刪除要雙人確認,第二人須為 kafka-change-approver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授權與緊急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kafka-rbac-admin、kafka-security、kafka-breakglass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指派權限、匯出 audit、緊急模式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RBAC;緊急模式用 bootstrap 憑證,經 sudo 切換專用帳號才讀得到;雙人確認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8ffac32a-9ca5-4521-87fc-3e9471b69ce9"/>
          <p:cNvSpPr/>
          <p:nvPr/>
        </p:nvSpPr>
        <p:spPr>
          <a:xfrm>
            <a:off x="548640" y="4951764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的動作由 RBAC 依操作員本人的 AD 帳號判斷;主機的動作由 sudo 規則判斷;兩邊的群組都在 AD,選單本身不判斷權限</a:t>
            </a:r>
            <a:endParaRPr lang="en-US" sz="1200" dirty="0"/>
          </a:p>
        </p:txBody>
      </p:sp>
      <p:sp>
        <p:nvSpPr>
          <p:cNvPr id="4" name="942b363f-494c-4e19-b3fd-bd687bb56649"/>
          <p:cNvSpPr/>
          <p:nvPr/>
        </p:nvSpPr>
        <p:spPr>
          <a:xfrm>
            <a:off x="548640" y="5460863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每次執行留紀錄:時間、操作者、項目、單號、結果;變更類執行前顯示影響並要求確認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維運操作選單(OP menu):做法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一支 shell 選單放在跳板機;環境相依的部分獨立成一個檔案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6" name="2ce81613-99a7-44a1-a970-9145000335e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937760"/>
                <a:gridCol w="405079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部分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負責什麼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調整時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核心流程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操作員用本人 AD 帳號登入跳板機,選單就是登入殼層;登入身分 → 選單 → 單號 → 確認 → 執行 → 記錄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不用改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選單項目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每個項目一段:編號、層級、是否需單號與確認、做什麼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新增項目加一段即可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環境後端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怎麼執行 Kafka 工具、重啟服務(systemd)、看日誌、看磁碟、列憑證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節點或服務名稱變動時只改這個檔案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aa301305-81c8-48a5-9cd9-171f19615c2e"/>
          <p:cNvSpPr/>
          <p:nvPr/>
        </p:nvSpPr>
        <p:spPr>
          <a:xfrm>
            <a:off x="548640" y="3763868"/>
            <a:ext cx="11091672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編號範例:十位數是層級,個位數是項目</a:t>
            </a:r>
            <a:endParaRPr lang="en-US" sz="1300" dirty="0"/>
          </a:p>
        </p:txBody>
      </p:sp>
      <p:graphicFrame>
        <p:nvGraphicFramePr>
          <p:cNvPr id="11" name="8ed3de16-409d-4d73-b0d0-6079d24bcd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60842"/>
          <a:ext cx="68580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354312"/>
              </a:tblGrid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層級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項目編號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 值班查看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11 健康檢查  12 topic 狀態  13 consumer 落後量  14 topic 設定  15 應用系統連線  16 磁碟用量  17 憑證到期日  18 收集診斷資訊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 服務操作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21 重啟單一 broker  22 重啟 REST Proxy 或 C3  23 查看服務日誌  24 清理過期日誌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 變更作業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31 建立 topic  32 修改 topic 設定  33 刪除 topic  34 新增應用系統帳號  35 更換應用系統密碼  36 重設 consumer 讀取位置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4 授權與緊急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41 查看權限  42 指派或移除權限  43 匯出 audit 紀錄  91 緊急模式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叢集連線設定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元件之間的連線;全部走 TLS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7" name="c3329e22-13e8-4b2f-9876-07f229cb152f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4023360"/>
                <a:gridCol w="313639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連線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</a:tr>
              <a:tr h="7212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 互連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兩個方案,見下一頁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super user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12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 連 broker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綁在憑證的名稱上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7212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連 AD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的唯讀查詢帳號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只能查詢使用者與群組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d3048445-0cc7-43ef-a586-2b7b21eed533"/>
          <p:cNvSpPr/>
          <p:nvPr/>
        </p:nvSpPr>
        <p:spPr>
          <a:xfrm>
            <a:off x="548640" y="4739640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傳輸加密:各元件共用一組 server 憑證,並信任同一張 CA 憑證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叢集內部連線:兩個方案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controller 與 broker 之間的認證方式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8" name="e62d6a20-8a8f-465f-b869-360dc942177f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480560"/>
                <a:gridCol w="4507992"/>
              </a:tblGrid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方案 A:內部帳號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方案 B:共用一張專用憑證(mTLS)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連 broker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內部帳號(SCRAM)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憑證(mTLS)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連 controller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內部帳號(PLAIN,寫在設定檔)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憑證(mTLS)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內部帳號是 super user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憑證的名稱是 super user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要管的東西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兩份密碼:Kafka 內一份、設定檔一份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一張憑證,只放在 broker 與 controller;要含這些主機的名稱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定期要做的事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更換密碼,兩邊都要改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憑證到期前更換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代價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初始化叢集時要先建帳號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多一張憑證;不需要任何內部帳號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f03bd63b-43dc-46f0-80b9-dd6fdc168750"/>
          <p:cNvSpPr/>
          <p:nvPr/>
        </p:nvSpPr>
        <p:spPr>
          <a:xfrm>
            <a:off x="548640" y="5231768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方案 B 不能用共用的 server 憑證:管理介面(C3)也持有它,實測會讓未登入的人取得最高權限</a:t>
            </a:r>
            <a:endParaRPr lang="en-US" sz="1250" dirty="0"/>
          </a:p>
        </p:txBody>
      </p:sp>
      <p:sp>
        <p:nvSpPr>
          <p:cNvPr id="4" name="1085e083-602d-4699-8560-b44cce162ea8"/>
          <p:cNvSpPr/>
          <p:nvPr/>
        </p:nvSpPr>
        <p:spPr>
          <a:xfrm>
            <a:off x="548640" y="5740867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兩個方案的內部埠都要用防火牆限制,只開放給 broker 與 controller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需要準備的事項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依三個對象整理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9" name="547b2126-d4df-4b63-a79a-bb234ded093c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651760"/>
                <a:gridCol w="459943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要準備什麼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用在哪個對象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說明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407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的唯讀查詢帳號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管理介面對 AD 查詢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用來查詢使用者與群組;不用真人帳號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 AD 群組並放入成員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管理介面使用者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依建議的 RBAC 群組,各環境的 AD 各建一套;高權限群組先保持空的;每個群組指定負責人,定期覆核成員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07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一組 server 憑證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叢集連線設定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憑證上的名稱要涵蓋所有元件的主機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 的 client 憑證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叢集連線設定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元件用來向叢集證明自己的身分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07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經 REST Proxy 的應用系統:各一張 client 憑證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憑證上的名稱就是授權用的帳號,命名要先定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應用系統清單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直連或經 REST Proxy;各自讀寫哪些 topic 與 consumer group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07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topic 與 consumer group 的命名規範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應用系統、C3 使用者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有規範才能依名稱的開頭一次授權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跳板機接 AD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維運操作選單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操作員用本人帳號登入,選單沿用這個身分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07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操作員的作業項目清單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維運操作選單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依客戶現有 SOP 確認哪些項目要放進選單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各節點是否接 AD;sudo 規則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維運操作選單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節點接 AD 則 sudo 規則引用 AD 群組;否則用共用維運帳號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A4B3EF1C1EC54090190B80065697EC" ma:contentTypeVersion="12" ma:contentTypeDescription="建立新的文件。" ma:contentTypeScope="" ma:versionID="adf174d9c9c77815f1856062b94d0799">
  <xsd:schema xmlns:xsd="http://www.w3.org/2001/XMLSchema" xmlns:xs="http://www.w3.org/2001/XMLSchema" xmlns:p="http://schemas.microsoft.com/office/2006/metadata/properties" xmlns:ns2="87643090-462e-4483-8fee-104e11aaa7c6" xmlns:ns3="81fbc0a5-bf19-4add-b132-07e20741ab60" targetNamespace="http://schemas.microsoft.com/office/2006/metadata/properties" ma:root="true" ma:fieldsID="dc2c921a8025a671c896172cdcf0cd5b" ns2:_="" ns3:_="">
    <xsd:import namespace="87643090-462e-4483-8fee-104e11aaa7c6"/>
    <xsd:import namespace="81fbc0a5-bf19-4add-b132-07e20741a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43090-462e-4483-8fee-104e11aaa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bc0a5-bf19-4add-b132-07e20741a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8E66D0B-AA1B-4EED-A6EC-86D221198FF6}"/>
</file>

<file path=customXml/itemProps2.xml><?xml version="1.0" encoding="utf-8"?>
<ds:datastoreItem xmlns:ds="http://schemas.openxmlformats.org/officeDocument/2006/customXml" ds:itemID="{86279918-8EC7-4ECB-A798-E15F186ABB7B}"/>
</file>

<file path=customXml/itemProps3.xml><?xml version="1.0" encoding="utf-8"?>
<ds:datastoreItem xmlns:ds="http://schemas.openxmlformats.org/officeDocument/2006/customXml" ds:itemID="{1D6D8F05-3EF5-4272-8592-C532046A55FC}"/>
</file>

<file path=docProps/app.xml><?xml version="1.0" encoding="utf-8"?>
<Properties xmlns="http://schemas.openxmlformats.org/officeDocument/2006/extended-properties" xmlns:vt="http://schemas.openxmlformats.org/officeDocument/2006/docPropsVTypes">
  <TotalTime>6644</TotalTime>
  <Words>90</Words>
  <Application>Microsoft Office PowerPoint</Application>
  <PresentationFormat>寬螢幕</PresentationFormat>
  <Paragraphs>10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微軟正黑體</vt:lpstr>
      <vt:lpstr>Aptos</vt:lpstr>
      <vt:lpstr>Arial</vt:lpstr>
      <vt:lpstr>Arial Black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洪瑀宣(Shally Hung)</dc:creator>
  <cp:lastModifiedBy>李佳瑋(Verna Lee)</cp:lastModifiedBy>
  <cp:revision>93</cp:revision>
  <dcterms:created xsi:type="dcterms:W3CDTF">2025-04-18T08:33:56Z</dcterms:created>
  <dcterms:modified xsi:type="dcterms:W3CDTF">2026-07-09T02:00:53Z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e43920-ae8e-42a0-9a5c-464554aa03b2_Enabled">
    <vt:lpwstr>true</vt:lpwstr>
  </property>
  <property fmtid="{D5CDD505-2E9C-101B-9397-08002B2CF9AE}" pid="3" name="MSIP_Label_01e43920-ae8e-42a0-9a5c-464554aa03b2_SetDate">
    <vt:lpwstr>2025-04-18T09:16:17Z</vt:lpwstr>
  </property>
  <property fmtid="{D5CDD505-2E9C-101B-9397-08002B2CF9AE}" pid="4" name="MSIP_Label_01e43920-ae8e-42a0-9a5c-464554aa03b2_Method">
    <vt:lpwstr>Standard</vt:lpwstr>
  </property>
  <property fmtid="{D5CDD505-2E9C-101B-9397-08002B2CF9AE}" pid="5" name="MSIP_Label_01e43920-ae8e-42a0-9a5c-464554aa03b2_Name">
    <vt:lpwstr>IISIGroup - 普通文件</vt:lpwstr>
  </property>
  <property fmtid="{D5CDD505-2E9C-101B-9397-08002B2CF9AE}" pid="6" name="MSIP_Label_01e43920-ae8e-42a0-9a5c-464554aa03b2_SiteId">
    <vt:lpwstr>54aa2fea-ecb3-4c71-80b3-de9a356e77c1</vt:lpwstr>
  </property>
  <property fmtid="{D5CDD505-2E9C-101B-9397-08002B2CF9AE}" pid="7" name="MSIP_Label_01e43920-ae8e-42a0-9a5c-464554aa03b2_ActionId">
    <vt:lpwstr>74a092f3-de5e-48a5-8d80-572223daa2ef</vt:lpwstr>
  </property>
  <property fmtid="{D5CDD505-2E9C-101B-9397-08002B2CF9AE}" pid="8" name="MSIP_Label_01e43920-ae8e-42a0-9a5c-464554aa03b2_ContentBits">
    <vt:lpwstr>0</vt:lpwstr>
  </property>
  <property fmtid="{D5CDD505-2E9C-101B-9397-08002B2CF9AE}" pid="9" name="MSIP_Label_01e43920-ae8e-42a0-9a5c-464554aa03b2_Tag">
    <vt:lpwstr>10, 3, 0, 1</vt:lpwstr>
  </property>
  <property fmtid="{D5CDD505-2E9C-101B-9397-08002B2CF9AE}" pid="10" name="ContentTypeId">
    <vt:lpwstr>0x010100DAA4B3EF1C1EC54090190B80065697EC</vt:lpwstr>
  </property>
</Properties>
</file>