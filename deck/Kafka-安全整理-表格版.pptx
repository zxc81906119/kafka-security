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Proxy→MDS。補充(原大綱沒列):外部 client(人的 CLI、服務、瀏覽器、經 REST Proxy 的 app)連到 broker、C3、REST Proxy 時,也需要信任同一張 root CA。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與服務連 REST Proxy 的步驟見後兩頁。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端共用一組憑證;client 端只需要信任庫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849286c3-bbc1-4acb-b17d-703e7e1ad35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8085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7a589232-6f24-400a-b760-624b8d9673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020649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60cbb11a-d77f-4e2b-ae39-751b00d71dac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九條連線的 client 端,都匯入同一張 root CA 憑證</a:t>
            </a:r>
            <a:endParaRPr lang="en-US" sz="1250" dirty="0"/>
          </a:p>
        </p:txBody>
      </p:sp>
      <p:sp>
        <p:nvSpPr>
          <p:cNvPr id="7" name="49377e85-6279-40e8-bf66-404d1bc1d2bc"/>
          <p:cNvSpPr/>
          <p:nvPr/>
        </p:nvSpPr>
        <p:spPr>
          <a:xfrm>
            <a:off x="548640" y="560510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補充:人的 CLI、服務、瀏覽器等外部 client 連進來時,也要信任這張 root CA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da1df1e5-da23-4999-a76f-225f55a926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先用 client 憑證向 MDS 換 MDS token,再帶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09396a2-41b1-4b28-9960-2006064f7bd3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5bbd7058-80b1-47db-9b37-cc3b4a557d7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用已認證的使用者,從 topic 的資料查出所屬群組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5c2ad87a-a037-414c-94d7-65c8007779ba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補充:各 broker 會把 topic 的資料讀進本地快取,授權時查快取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四種交互,認證方式與結果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2097da8d-100b-4baa-adf3-daecde0408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27520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取得代表服務的 token(後兩頁)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graphicFrame>
        <p:nvGraphicFramePr>
          <p:cNvPr id="7" name="792ca58e-1e46-491b-9c80-91d93db550a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47761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token(放在回應的 cookie)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放在回應的 cookie,交給瀏覽器保存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時帶著這個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448d37c4-b9c9-4025-8cf2-65066f3949e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11091672" cy="157820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憑證的 CN 就是服務帳號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graphicFrame>
        <p:nvGraphicFramePr>
          <p:cNvPr id="2" name="f26f87b5-2230-492e-8042-a9a54ab5e1b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10550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取出服務憑證的 CN,當作服務帳號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impersonate,取得代表這個服務的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7ba3fb3-6ce0-48e8-84b0-3dd895ed1cfb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補充:第 3 步 REST Proxy 是用自己的 client 憑證向 MDS 認證,再代服務申請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6650</TotalTime>
  <Words>1903</Words>
  <Application>Microsoft Office PowerPoint</Application>
  <PresentationFormat>寬螢幕</PresentationFormat>
  <Paragraphs>180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傳輸加密:要準備的憑證與信任庫</vt:lpstr>
      <vt:lpstr>傳輸加密:哪些連線要設信任庫</vt:lpstr>
      <vt:lpstr>認證:誰連誰,用什麼機制</vt:lpstr>
      <vt:lpstr>授權:MDS 管 RBAC,broker 判斷</vt:lpstr>
      <vt:lpstr>與 Kafka 元件交互:總覽</vt:lpstr>
      <vt:lpstr>人 → C3:登入與之後的請求</vt:lpstr>
      <vt:lpstr>服務 → REST Proxy:憑證換 token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93</cp:revision>
  <dcterms:created xsi:type="dcterms:W3CDTF">2025-04-18T08:33:56Z</dcterms:created>
  <dcterms:modified xsi:type="dcterms:W3CDTF">2026-10-05T07:00:20Z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