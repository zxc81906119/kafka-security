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五個 AD 群組與綁定的 role,來自 demo(第 3、4、11 章)的實際綁定:kafka-readonly 綁 DeveloperRead(Topic orders. 前綴,另含 consumer group demo- 前綴);kafka-developers 綁 DeveloperRead 與 DeveloperWrite(orders. 前綴);kafka-ops 綁 Operator(叢集範圍)與 DeveloperManage(Topic infra. 前綴);kafka-rbac-admins 綁 UserAdmin;kafka-admins 綁 SystemAdmin。前綴名稱(orders.、infra.)是 demo 的例子,導入時依客戶的 topic 命名調整。移出群組後,預設最長約 60 秒收回(ldap.refresh.interval.ms 預設值)。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1d546833-3fbe-470d-b181-cdfda92d2e2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ea49fd7b-a51f-4f99-b445-943b8be8c4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ea612d4-18ed-4b20-949d-5a22f3c8cc5d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4" name="e432afd4-2c3c-47a7-8f1a-ae6b943f68ed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30df9df2-2364-4775-8483-d9f94031636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6517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0b4e709-db11-40bc-acdf-37d3e6790260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e8e67b51-bf01-4276-abd3-2416264924a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b25832c5-e24c-4189-8b5b-281c38190e37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人依職責放進 AD 群組;role 綁在群組上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a3487c3b-811e-49fc-81ab-0bd8c006f8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83464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Topic:orders. 前綴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DeveloperRead、DeveloperWrite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Topic:orders. 前綴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讀寫自己負責的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Operator、DeveloperManage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整個叢集;Topic:infra. 前綴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維運:看叢集、建刪 topic;讀不到資料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只管授權;不碰資料、不能建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d53d89d-b925-4c91-9f34-ddb50577f3db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人員異動只改 AD 群組,Kafka 端不用改;臨時提權:依單據加入群組,做完移出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6f268cd-4fa8-435c-844b-d6fa4472c80e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dfd22cf9-ad25-41f4-bad7-eeda7305b124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e203ea11-959c-45d9-a923-288ff9aebfd9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1a6c16a5-21c8-426a-863d-fa8a9e719c78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cfccdf10-b51c-4055-a933-fa185e5c25cc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cb000a35-3346-4047-844a-476a9e2b47a2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d54d284f-edcd-420d-9095-7701f4ae6e3e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411a443c-1e85-4e1b-8fda-dc7901bd5043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f30f973a-fc5a-465d-8c15-7cbe3b4033c5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9a619ef4-444d-4009-9e09-4c6cb2a62163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3f0e26c4-fb4e-46da-bbfe-754a37b4ef6c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19220301-e792-41c9-b374-e8c001459fe4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dd431b17-c990-47d0-86be-5f5117f8f702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a471b554-bee7-47d9-9e6e-31a4c855277e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1ff60b2d-5bd5-490a-8520-14933244fd55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5e830d80-49ee-4536-a15d-3553dc236343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371ae54c-c847-48f4-b694-280e60daafdd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b7f4119a-d685-48bf-b226-9a66f31ffbd5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64a152b3-b0c8-4cfa-9343-24ad0c3945f5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008e9f66-2f2b-4a18-ae42-58973202668b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52dc3f75-c52d-47b4-8ac2-b31e481924bf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c262972a-4d5e-438b-aeee-9484cb4f7baa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7f13334d-2ac7-4363-89cc-d7842674955e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a72b4722-fdf6-4e2f-95b6-9e1870401e07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4fef0850-c4e2-46f0-8877-5c95ac19934a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f8dea732-7b29-406a-b96c-1f1f17a9dbfd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6a775b33-c156-4ae4-9d47-8b507d3a4a6d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42939dec-217d-41b9-b808-379ab01513fe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10d3e4a-ef24-4c62-a02f-2c47a04b49cb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5825a692-077f-4e5b-9784-0b1bffd3a2df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1dad9f5a-70e8-40bb-8317-abaead95273f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651ddc7f-0528-49d3-b62a-89cc0a88357c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386f8294-c414-4afa-a219-8f2259940726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c64d0d75-645a-41f1-ac60-7e6d12d3b094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3132987c-c2bf-43fc-a45d-44d016350650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81bc2065-e1b1-4e5d-976f-2c780e123bb7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43723e3c-8cae-444e-ab81-0c69f18898b8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f1dd7ed8-5397-403f-b32e-c8af1f7a101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b417c6ee-9b4f-4d5a-b4a7-9d5cd7eeca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2004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token(見「服務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dcb81937-d8f8-4151-9010-8d378a0f214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570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3093c70b-5c84-48a9-b525-365c516ab2f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882b3804-c730-4540-a682-f9ce808c228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ded651d-df22-4c46-ab5b-e9ceec2aed70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