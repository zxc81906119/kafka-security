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eb7f60aa-23ae-4655-ad20-230e61262e6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9697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f537bb2-466e-4b37-9e4c-fe28d271589e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febb1610-e960-44ae-862d-2f165fb4300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431036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812c6686-946b-4470-ad68-c7b1c821a6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1527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84ab6934-cd83-4932-a03b-07b7f8936ce5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73263135-c72d-4a9b-b02d-4eca4c4ada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11091672" cy="2494583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6f399b53-161d-4fb7-b323-f4997104a3c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83398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ea0ced8e-802a-4946-9ec6-d78a0cb69ce5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  <p:sp>
        <p:nvSpPr>
          <p:cNvPr id="7" name="e6023b72-2b28-4696-b7df-a8a4f06116ce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28bcd92f-0a8d-4c03-a80a-b68d7af79ab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3770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32f1b011-a71c-4007-b302-63c31d14a4f3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7" name="94a25c37-047a-4a81-88e6-c2693bce5475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graphicFrame>
        <p:nvGraphicFramePr>
          <p:cNvPr id="7" name="023a7ff0-096c-47e0-bd46-152bdce5d9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6645</TotalTime>
  <Words>1052</Words>
  <Application>Microsoft Office PowerPoint</Application>
  <PresentationFormat>寬螢幕</PresentationFormat>
  <Paragraphs>161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總覽:三個對象的認證與授權</vt:lpstr>
      <vt:lpstr>應用系統</vt:lpstr>
      <vt:lpstr>管理介面(C3) 使用者</vt:lpstr>
      <vt:lpstr>叢集連線設定</vt:lpstr>
      <vt:lpstr>叢集內部連線:兩個方案</vt:lpstr>
      <vt:lpstr>需要準備的事項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2026-10-05T14:33:04Z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