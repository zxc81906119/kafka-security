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全表格版,每頁一張表。出處、實測依據與限制在各頁備忘稿,完整版有逐項前提與驗證狀態。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 內部元件:連 broker 的 9092(broker 之間、controller 連 broker)用 SCRAM(帳號 kafka-broker、kafka-controller,format 時預建);連 controller 的 9093(broker 連 controller、controller 之間)都用 SASL/PLAIN 靜態帳號 kafka-broker、kafka-controller(SCRAM 在 controller listener 官方不支援);授權用 super.users;PLAIN 帳密寫在 JAAS 設定檔。各監聽埠細節見元件總表。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的憑證可省,前提是客戶能建專用 AD 帳號(非真人)讓 app 走 Basic。另需保管:MDS token 簽章金鑰對(私鑰在 MDS broker 與 controller、公鑰在 broker / REST Proxy / C3,外洩可偽造 token,輪替流程未驗證)、內部帳號 kafka-broker / kafka-controller(SCRAM 與 PLAIN 靜態帳號,輪替流程未驗證)、AD LDAPS CA root 信任庫。 共用 server 憑證只做加密,其身分(CN)永遠不綁任何 role;連 AD 的 broker 另匯入 AD 的 LDAPS CA root,一份設定。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逐項依據與驗證狀態見完整版第 27 頁(風險與對策)與第 29 頁(已驗證 vs 待驗證)。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完整版第 30 頁有八件事(另含 Java 版本與 Prometheus、Alertmanager 部署)。AD 群組巢狀、大小寫的實際行為尚未在真實 AD 驗證。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結論版(表格):每個元件怎麼做</a:t>
            </a:r>
          </a:p>
        </p:txBody>
      </p:sp>
      <p:sp>
        <p:nvSpPr>
          <p:cNvPr id="2" name="b2cdce27-67fd-4322-b0db-24c3f6e25573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人走 AD,服務走 SCRAM 或憑證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授權集中在 MDS 的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58f4f02f-5e66-4d0a-b848-6e9b22c9b4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3383280"/>
                <a:gridCol w="2377440"/>
                <a:gridCol w="1033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類型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授權綁什麼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身分在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手動操作、C3、Postman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Group:AD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應用、排程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User:服務名稱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內部元件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互連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SCRAM(連 broker:broker、controller);PLAIN 靜態帳號(連 controller:broker、controller)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內、設定檔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的應用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憑證,經 REST Proxy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User:憑證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憑證向 MDS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User:憑證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七類,數量越少越好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01d1dca7-e929-4fbb-9bf5-80d9a7d16cb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80160"/>
                <a:gridCol w="3657600"/>
                <a:gridCol w="3319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存放與輪替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全部元件的傳輸加密,CN 不綁 role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每個節點;換 CA 時信任庫先信任新舊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c3、restproxy、bootstrap 向 MDS 證明身分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對應主機;CN 不變就不用重綁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 換 token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主機;可改專用 AD 帳號走 Basic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token 簽章金鑰對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簽 token,元件驗章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私鑰在 MDS 與 controller;輪替流程待定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服務連 Kafka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內;密碼放密碼庫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內部與 break-glass 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互連與緊急管理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JAAS 設定檔與 KRaft;輪替流程待定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唯讀帳號與 LDAPS 信任庫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 1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搜尋使用者與群組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設定;AD 憑證更換時更新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每個元件各用什麼認證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認證、授權與傳輸加密一覽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2f61c6c3-f016-48e1-b18c-a221116ccd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3657600"/>
                <a:gridCol w="1828800"/>
                <a:gridCol w="1216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誰連進來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51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controller(9093)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靜態內部帳號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broker(INTERNAL 9092)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SCRAM(kafka-broker、kafka-controller)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51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broker(CLIENT 9094)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人、服務、平台元件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PLAIN+LDAP;服務 SCRAM;平台 OAUTHBEARER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MDS(8091)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人、平台元件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Basic(AD)、Bearer、client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51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人、legacy app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Basic;legacy app 憑證換 token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 token 主體走 RBAC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 Center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帳密換 token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依本人的 RBAC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權限依 AD 群組分五層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人員異動只改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2be5354a-91e2-4797-b398-d81cacb7da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1097280"/>
                <a:gridCol w="1097280"/>
                <a:gridCol w="1097280"/>
                <a:gridCol w="112471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role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改授權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kafka-developers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 / Write(orders. 前綴)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kafka-readonly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 + DeveloperManage(infra. 前綴)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kafka-admins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SystemAdmin(break-glass)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服務帳號用 SCRAM,同帳號改密碼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帳密存在 Kafka 內,不放 AD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7" name="ee5271fb-0880-49d4-8cfa-63ea4bcaf4e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937760"/>
                <a:gridCol w="46908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階段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備註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kafka-configs 在 Kafka 內建立 SCRAM 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帳密存在 Kafka,不放 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密碼放密碼庫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密碼不會自動到期,要有輪替提醒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User:服務名稱,依前綴給最小權限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只給需要的 topic 前綴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設定檔,權限 600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搭配 TLS 使用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同帳號改密碼:Kafka 端改 → client 換新密碼並重啟 → 驗證新密碼可用、舊密碼已失效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舊密碼對新連線立即失效,已連線的不受影響;不能有失敗窗口的服務改用新帳號並行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 用憑證換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經 REST Proxy,身分一路傳到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6a93956a-9ffc-483c-beda-4f5048dceb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468880"/>
                <a:gridCol w="5120640"/>
                <a:gridCol w="25877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步驟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身分變成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①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REST Proxy 出示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依對映規則把 CN 對映成主體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③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用自己的憑證認證,呼叫 /impersonate 代為申請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的 sub = 該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 token 以 OAUTHBEARER 連線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驗章,依 sub 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Basic(AD 帳密)轉給 MDS 換 token,不用憑證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C3:人用本人身分,背景用憑證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兩種操作,兩種身分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afe2acdf-21c9-44e4-8522-e048f7a3cd3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3657600"/>
                <a:gridCol w="30449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怎麼取得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授權依據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帳密經 C3 轉給 MDS,取得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所屬群組的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在 C3 看與管 Kafka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帶本人的 token 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本人的 RBAC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在 C3 改 role binding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驗證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本人要有 UserAdmin 或 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背景工作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憑證向 MDS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四個要留意的風險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影響與對策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0" name="85238e84-9835-4172-a8f9-30f8147b224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206240"/>
                <a:gridCol w="36850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風險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憑證等於管理員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外洩可改任何授權;拿掉權限 C3 會退出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保護私鑰與檔案權限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restproxy 憑證可代人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可代不在保護清單的使用者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特權身分逐一列入保護清單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私鑰外洩(server、token 簽章)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可偽裝伺服器、偽造任何人的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 600、最小化存放、輪替計畫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密碼不到期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外洩風險累積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密碼庫加輪替流程與提醒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1" name="1e193045-ad24-4f59-9366-dd4bf0c9ecb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840480"/>
                <a:gridCol w="32278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為什麼要問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沒確認的影響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唯讀查詢帳號與 LDAPS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人登入與群組同步都靠它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人無法登入、群組同步失敗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憑證與 AD 的 LDAPS 憑證由誰簽發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決定憑證怎麼簽發、信任庫放什麼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信任庫不全,連線失敗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能否為 legacy app 建立專用 AD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可改走 Basic,省掉每個 app 的憑證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legacy app 都需要一張憑證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license 是否涵蓋 RBAC、audit、C3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這些是商用功能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功能無法啟用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是否有多台 DC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停擺超過 24 小時,授權器會失效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單台 DC 故障會讓授權整體失效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群組是否巢狀、帳號大小寫與命名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影響群組與帳號的比對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權限可能對不上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