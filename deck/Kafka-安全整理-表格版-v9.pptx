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3d9cca29-1c42-4668-8dd8-02b30fd2bc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589711"/>
              </p:ext>
            </p:extLst>
          </p:nvPr>
        </p:nvGraphicFramePr>
        <p:xfrm>
          <a:off x="548640" y="1685050"/>
          <a:ext cx="11091672" cy="317338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時才需要;有中繼 CA 時可能也要匯入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,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以防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server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憑證不包含中繼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0354dfef-436f-458c-8907-9a161be07f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2064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b91f453-0ed7-431a-a123-cc079e1d502e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7" name="97f4cb00-b5be-4260-bbea-e0691b7bc59b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393b1cda-3acf-491c-b9eb-ac74f64a0c2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8ba9a0b-67a1-4495-91da-577dfab80929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3868ec7f-7eb4-404b-8ded-78f2df113e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814ed6d1-9aca-4754-adea-65e6e92ac4c3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2eecc26c-fd3a-46d4-8b2d-d9b23071ea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管理安全功能與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2d480bfe-15c8-4fca-afd6-a1489efe4e59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64fdca1b-ae60-4635-8790-d565e28d65bd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db7554ca-91cc-4a9c-b11e-6504f85317a3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22e7cfb5-143d-4c69-af83-3d172239d926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6fb1371b-cb77-4ca3-9b58-bea0c9d9ab26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96beb77c-eb11-4d05-8d96-88e29be4907e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9bf9693-4372-411d-8574-08664738fafa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d999735e-a3f3-4442-8a6a-baf07a5fb4af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309ce554-24ea-4773-8fec-c9b93b5b5379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aa9317c7-ff53-467e-9e2f-e5aa9682f884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4a6b60f9-232d-4843-ac9d-04863011185e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9c863eae-256f-4ab2-a435-6bef41bdcce3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cd712ca5-51c7-467b-8ac2-3aa86f3a7f31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管理平台的安全功能</a:t>
            </a:r>
            <a:endParaRPr lang="en-US" sz="1100" dirty="0"/>
          </a:p>
        </p:txBody>
      </p:sp>
      <p:sp>
        <p:nvSpPr>
          <p:cNvPr id="14" name="12dccb97-d188-4c41-b780-98913143f095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5e7f1f02-372f-47c7-b0ce-9ba4bb9553a7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c09c9df1-1e98-4085-abf5-13b9bc4367f6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e50721a0-ef98-4683-a850-d9211f8b90e0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06bb467-1931-4ec9-b622-7cdab59614f4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7b44435a-921a-470d-a50d-4929c143daa9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d152934c-c217-4cd3-8aa8-7717f2c45e4d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b151018d-45cf-4f81-a21c-9beba14ca69e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2c100f1c-32ca-4112-a048-080573d638d7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84f1d977-808c-42ea-b820-3cf6a568c54b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7328187b-ebe8-4998-bbda-4a4d86cc80b6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c8bec0e9-bca6-4bad-aff0-538ac6b79c50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227e2b3f-57ad-481a-af1e-8586f2c3f4e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2e8d3bf-0fd3-4227-a9fd-602bea1e84d8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07f5131c-c13a-4da7-b6b5-76e9786b6a85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fb42ca9f-3175-4f89-8a0f-7f1f1ea06682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2c9c9017-12b0-4e59-b87d-62e11e0cf556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133a52ba-c5ee-4451-881f-d44a0536608e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f6d334a5-fa16-4c8c-aff5-5a226f325766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a15bb47-b615-4fd9-acd8-e550ec133ed4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a362009c-c0c1-4de5-a6cc-c93d97fd17a2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18577029-aca1-46f7-a8eb-838dccf020a2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4b13d67a-b711-4780-b94d-0ccb24a66aa0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465e05ed-330d-499a-8308-26e25b047624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be453d36-cee1-46a2-bfd9-1cbad1d7977d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c59fddb1-9bc6-4ca9-91c5-729e4e03797b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f02aa116-ed3b-4f1d-94fe-8b60ede4bc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030127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d854f74d-f414-4633-83d2-7761bebc5c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50799eae-f913-4cec-b6ed-c166d0721ee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17638969-54c3-4268-969e-3b9df69d6be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790519a-5579-4201-9834-6d0751fc165e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 app 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graphicFrame>
        <p:nvGraphicFramePr>
          <p:cNvPr id="11" name="2e4c83fe-efbb-4d7e-ad15-164f23654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67099"/>
              </p:ext>
            </p:extLst>
          </p:nvPr>
        </p:nvGraphicFramePr>
        <p:xfrm>
          <a:off x="548640" y="1685050"/>
          <a:ext cx="11091672" cy="419157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帳號要在初始化叢集時就建立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12</a:t>
            </a:fld>
            <a:endParaRPr lang="zh-TW" altLang="en-US" sz="900"/>
          </a:p>
        </p:txBody>
      </p:sp>
      <p:graphicFrame>
        <p:nvGraphicFramePr>
          <p:cNvPr id="12" name="c8a57bba-e7bf-4bed-94f8-3b5907f0187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role」頁;高權限群組先保持空的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防火牆連線(補充)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6663</TotalTime>
  <Words>2270</Words>
  <Application>Microsoft Office PowerPoint</Application>
  <PresentationFormat>寬螢幕</PresentationFormat>
  <Paragraphs>328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Confluent 內建 RBAC 角色與 scope</vt:lpstr>
      <vt:lpstr>與 Kafka 元件交互:總覽</vt:lpstr>
      <vt:lpstr>人 → C3:登入與之後的請求</vt:lpstr>
      <vt:lpstr>legacy app → REST Proxy:憑證換 token</vt:lpstr>
      <vt:lpstr>準備事項(一):憑證、金鑰與帳號</vt:lpstr>
      <vt:lpstr>準備事項(二):AD、命名規範與流程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115</cp:revision>
  <dcterms:created xsi:type="dcterms:W3CDTF">2025-04-18T08:33:56Z</dcterms:created>
  <dcterms:modified xsi:type="dcterms:W3CDTF">2026-10-05T08:03:45Z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