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全表格版,每頁一張表。出處、實測依據與限制在各頁備忘稿,完整版有逐項前提與驗證狀態。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 內部元件:連 broker 的 9092(broker 之間、controller 連 broker)用 SCRAM(帳號 kafka-broker、kafka-controller,format 時預建);連 controller 的 9093(broker 連 controller、controller 之間)都用 SASL/PLAIN 靜態帳號 kafka-broker、kafka-controller(SCRAM 在 controller listener 官方不支援);授權用 super.users;PLAIN 帳密寫在 JAAS 設定檔。各監聽埠細節見元件總表。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 共用 server 憑證只做加密,其身分(CN)永遠不綁任何 role;連 AD 的 broker 另匯入 AD 的 LDAPS CA root,一份設定。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連線路徑表:欄位依序是「出示什麼、誰驗證身分、token 給誰、誰判斷授權」。①人用 CLI 或應用連 CLIENT 9094:broker 把帳密轉 LDAP(AD)驗密碼,不發 token,授權時 broker 用主體名稱查 MDS writer 同步的群組快取與 RBAC。②服務用 SCRAM:帳密存在 Kafka(KRaft),由 broker 驗證,授權綁 User:。③人登入 C3:瀏覽器送 AD 帳密,C3 轉給 MDS,MDS 向 AD 驗,回 JWT;之後 C3 用本人 token 以 OAUTHBEARER 連 broker;在 C3 改 role binding 時,請求轉給 MDS,由 MDS 驗證 token 並判斷本人是否有 AlterAccess(UserAdmin 或 SystemAdmin)。④人用 Basic 連 REST Proxy:REST Proxy 把帳密轉給 MDS 換 token,再以 OAUTHBEARER 連 broker。⑤legacy app 出示 client 憑證:REST Proxy 依對映規則得到主體,再用自己的憑證向 MDS 呼叫 /impersonate 申請 token(sub 為該 app),帶去 broker。⑥平台元件(c3、restproxy)用 client 憑證向 MDS 換 token,再以 OAUTHBEARER 連 broker。⑦broker 與 controller:連 broker 的 9092 用 SCRAM,連 controller 的 9093 用 PLAIN 靜態帳號,授權用 super.users。⑧bootstrap 對 MDS 直接出示憑證呼叫 REST API,不換 token(官方文件沒有明確建議直接 mTLS 或先換 token,本方案依客戶條件選擇直接 mTLS);它對 Kafka 另用 SCRAM 帳號 bootstrap。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逐項依據與驗證狀態見完整版第 27 頁(風險與對策)與第 29 頁(已驗證 vs 待驗證)。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完整版第 30 頁有八件事(另含 Java 版本與 Prometheus、Alertmanager 部署)。AD 群組巢狀、大小寫的實際行為尚未在真實 AD 驗證。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結論版(表格):每個元件怎麼做</a:t>
            </a:r>
          </a:p>
        </p:txBody>
      </p:sp>
      <p:sp>
        <p:nvSpPr>
          <p:cNvPr id="2" name="6f89da30-07a1-4159-a64c-776a5cfc1a2b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92143072-379e-4370-b91d-99ad4e14e04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3383280"/>
                <a:gridCol w="2377440"/>
                <a:gridCol w="1033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類型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授權綁什麼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手動操作、C3、Postman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Group:AD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應用、排程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User:服務名稱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SCRAM(連 broker:broker、controller);PLAIN 靜態帳號(連 controller:broker、controller)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內、設定檔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的應用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憑證,經 REST Proxy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七類,數量越少越好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91827d89-c637-43e4-b3f3-7b3abc21ccf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3657600"/>
                <a:gridCol w="3319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存放與輪替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全部元件的傳輸加密,CN 不綁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每個節點;換 CA 時信任庫先信任新舊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c3、restproxy、bootstrap 向 MDS 證明身分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對應主機;CN 不變就不用重綁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主機;可改專用 AD 帳號走 Basic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 token,元件驗章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私鑰在 MDS 與 controller;輪替流程待定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服務連 Kafka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互連與緊急管理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JAAS 設定檔與 KRaft;輪替流程待定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搜尋使用者與群組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設定;AD 憑證更換時更新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每條連線:誰驗證,token 給誰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八條連線路徑,最後都由 broker 或 MDS 判斷授權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38267587-c586-4a65-911c-1391600d78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737360"/>
                <a:gridCol w="2651760"/>
                <a:gridCol w="2514600"/>
                <a:gridCol w="19476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路徑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出示什麼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誰驗證身分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給誰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誰判斷授權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broker(9094)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broker,轉 AD 驗密碼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broker(群組快取與 RBAC)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broker(9094)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broker(Kafka 內的帳密)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broker(RBAC,User:)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 MDS,MDS 向 AD 驗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發給瀏覽器;C3 帶它連 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broker;改 role binding 由 MDS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帳密(Basic)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 MDS,MDS 向 AD 驗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發給 REST Proxy,再帶去 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Proxy(CN 對映成主體)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申請,帶去 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 → MDS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MDS(CN 對映成主體)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發給元件,元件帶去 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SCRAM(9092)或 PLAIN(9093)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被連的那一方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→ MDS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無(憑證直接呼叫)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0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MDS(super user)</a:t>
                      </a:r>
                      <a:endParaRPr lang="zh-TW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5a95b675-a575-4fed-a7c6-0a2d439679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1097280"/>
                <a:gridCol w="1097280"/>
                <a:gridCol w="1097280"/>
                <a:gridCol w="112471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kafka-developers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 / Write(orders.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kafka-readonly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 + DeveloperManage(infra.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SystemAdmin(break-glass)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8a3325e3-79d4-407d-8010-29bf1197a8c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46908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階段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備註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kafka-configs 在 Kafka 內建立 SCRAM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帳密存在 Kafka,不放 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密碼不會自動到期,要有輪替提醒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User:服務名稱,依前綴給最小權限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只給需要的 topic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設定檔,權限 600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搭配 TLS 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同帳號改密碼:Kafka 端改 → client 換新密碼並重啟 → 驗證新密碼可用、舊密碼已失效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舊密碼對新連線立即失效,已連線的不受影響;不能有失敗窗口的服務改用新帳號並行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f5c3edf4-7b84-4ab8-9bb4-0754435248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468880"/>
                <a:gridCol w="512064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步驟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身分變成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REST Proxy 出示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依對映規則把 CN 對映成主體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用自己的憑證認證,呼叫 /impersonate 代為申請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的 sub = 該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token 以 OAUTHBEARER 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驗章,依 sub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Basic(AD 帳密)轉給 MDS 換 token,不用憑證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46ad4872-ead0-4f76-8f23-08b717debf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3657600"/>
                <a:gridCol w="30449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怎麼取得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帳密經 C3 轉給 MDS,取得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所屬群組的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看與管 Kafka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帶本人的 token 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本人的 RBAC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改 role binding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驗證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本人要有 UserAdmin 或 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背景工作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7a762088-ffc9-4eab-a672-6dc5fdd3180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850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ae487a61-a7a2-46a5-9530-123db41c390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RBAC、audit、C3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