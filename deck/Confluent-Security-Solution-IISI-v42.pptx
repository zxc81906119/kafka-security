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broker。官方(SCRAM overview 頁):SCRAM 憑證儲存在 KRaft,適用於 KRaft 位於私有網路的環境;SCRAM 只應搭配 TLS 使用。該頁沒有說明 SCRAM 密碼輪替流程,同帳號 SHA-256 + SHA-512 並行是實測可行的做法(官方未說明,需改 broker 設定檔並重啟),僅列為備案,不作為建議做法。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a32626e1-48ec-44e4-a081-a7ab1ec97c8f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52c7504-663d-44cd-b5ae-1ef2455aa5c6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9f4c01b-00d1-42c2-ac8f-45f425064ea6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7bf5331-8362-4a9d-a375-4240a1893b5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dd85b5c9-68ba-409f-90a2-70427befe7ae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af38b0d2-c175-4399-ab4e-66f165f3b905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0acaa5a3-30cd-4295-afba-4452d9554ef7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8039e1e-3ae1-4364-a8f2-2427cf2854e7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51a752be-e0b7-49d9-897d-4d2d708ff0d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17181903-d9cb-48c7-a3cf-cf7206b98d87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301bde59-4bb4-46b1-b841-ff3c80de707f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2d3df599-dd3b-48e2-8c45-86f901414117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1679a0b7-4ac0-4dda-b937-abd28f03317e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50d43176-8520-47cd-8a7f-1cadc865188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a94cd0ef-c1a2-4303-9e84-1b8ed7417562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5989c1be-d43b-493b-b919-c2617ddd6dde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df4e9ee8-12f2-4beb-a03a-9a1e14de7a90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77e1f5df-2e63-430a-b954-cf9dd00f0a65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73615387-0765-4100-b11f-398ad235816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603159e4-0158-464d-8fbe-1864d7988c9f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9877020f-e856-4b1c-9890-4537a632a4dd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eb8a56c7-b7d5-4305-844a-9d9674302e8d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3141932d-aa76-4233-8347-1916ce5a530c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6998395c-4a39-4a6c-960c-7cc7dd1eff1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cde052c0-506f-4be8-a518-4f733f6449e1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027e695f-e565-488d-b92c-276a7b6f6107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5be391ea-6acf-498d-b456-11c3fea3b419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46a2b28-b042-406f-92b4-d3966f7b0cc6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4d2bc43a-d9f3-45d5-b19a-6b20a1b4b3a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f7549b01-42a0-4739-af7e-c957a4d5745e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96074cd2-e1a2-48a7-9d5d-2877db08cd2d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53413d7-fffd-4a41-90ca-70741292606c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03c84ae-e763-4955-9e60-bc9bf1aaa464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3e163bb-c73d-4b32-b27a-4875b59211a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a569249f-6b91-4cd8-af77-fefeb1254635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06f0be17-0ebf-4fc2-bde7-23a4b2473a2a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6751eb93-c9d9-4e51-b736-f46d1c652533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be729b8e-67ca-40b0-b548-34163f56c31e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224a307-d24f-45a8-949f-f94050ef80a7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33b0abbe-d3a3-4ed2-9ef2-510119ed7cb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8765a977-9786-43b8-adb2-3730cde60c37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47db77d7-a29a-48e5-97ff-a4062cbf0484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3c7b45f2-1db9-4f84-bfe7-37c42334ab4c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8b96e108-0f27-4497-b319-c1d8e4c73227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fd9ea83a-f69a-4901-9606-4c3fc34895bd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1f47a156-0557-44fa-90a9-3cf37d2c80b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c06d8cf2-7822-4009-8636-c9fe4607b5b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d54aa488-d279-4389-a1cd-705e723bdeca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d7d453c2-adc4-4cae-9d24-7094c9f65408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2d55f2ed-1bdd-42b6-b951-65e726f3ea7d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f861fcca-87e5-4e94-a747-7eaa46934a3a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30d05dbc-3374-4fc3-b5ad-68a4b9e619e5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63bec6a-857e-4f45-b960-1e2190c66356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879628b-6879-4f73-92ec-e9b50a5abc91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bb2a904-6510-4218-ac47-725889c1b85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148de5f2-ae75-47cd-afae-6ebfd44aab63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327d3018-b111-4cb4-b9a5-d55c725fe389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3745a039-65f4-41fd-82d5-11f10776c4c1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8522dcfc-9adf-4eef-bc40-2d2b75b1f9d7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fedeaa11-2ddf-4580-8b79-d60a7f7a603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639f3264-2f8f-4324-be78-116b81d0f32e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4c630cbf-b10b-4989-933f-e787354b8f0e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3fe3e4fb-398a-44bd-be86-1b9a29c6fab1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4424daa0-699f-45b6-8c0d-c8ad48a2ed55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998a262-c2b3-4451-a0f7-cd0769b4fde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93abf7ec-c0e5-4b0f-ae9d-8cc03e0614b4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7da090ad-ba64-46dd-b36c-1ccf2c753388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6626a780-b3f8-4be8-8a06-e4a87de2b643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0b26af0-2086-487e-aa8e-437cd83b7407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7f9882bf-b708-41e2-9510-2be0fc614d6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049580ae-3176-40e5-94b0-e24c2df8658b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a837501b-402d-4bef-9fa8-a11ae3b6e62b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fb8882a2-b20d-4d32-ae5f-082d39214bd0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9a99c718-d7bd-4b83-9c2d-6ef9f82cc9ea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3ee75598-f2db-4a95-93f0-bb28779b1d7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942aa9c6-d93b-4156-be61-890f2028edc5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1e846510-8fea-4820-b5d2-827722d925a7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37d47239-5b86-4098-92a1-b22ffc883c58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fe23d2ee-bdd3-4d78-b4f9-e7aa1421f776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b71d189-18e9-43bb-8d94-5cb16d1590a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5b904d07-37b3-450d-8f3b-dce00cd20215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5730545c-5673-43a2-a675-ba9045122496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47aea694-c8a1-4f1f-804c-1e11692dc6b4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ccbb72b6-fd08-44d5-ac46-ea7121efc49b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8c47c5bb-e212-4a2c-b374-cc33d0ebb2cb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33720fd6-044e-4679-9efa-cfbd2cabfab5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8a9ec548-abab-4558-bd09-5ce9fc92529e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b22edb8e-0f1d-437b-add5-0656f3e74d83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7faf73e4-3bf7-4700-91e5-356d5c330435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4015b6e4-83e5-4b06-a171-dd078ae7d9af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54c2aa4b-ae7d-4a9f-92dd-5de34f62a222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a32648dd-2e31-47fa-9f34-0a020e7763d6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7fb01c4d-6b7a-4dd6-ad12-abee976366a8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f45f3215-b6b5-476b-ba0c-02b412bfa2de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32653cec-f125-4c77-85af-85129384588d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220032d1-437e-4f9b-bc86-39c2d442c1cd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0c7e0ddc-1d01-49ff-9771-1e7dc8540a2f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ecacd79-961a-420a-878a-33c6a8858935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a3f41aeb-b4aa-47e0-8f36-020b27d3856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c4b49dc6-aa9c-45ee-ba69-da772b92f6cf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8a538267-c060-45f8-9c89-479eac1b7ddc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2be8385-1732-4c3b-ad7a-cab85818cf08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ac1b45e2-8ab7-417e-b416-5313f9b5d16e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2c2e03a5-e995-49e0-998b-c1e5fedbc7c3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857c149a-82f7-4dda-aa03-95877b3b1eb5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e3258bbe-0aa3-40dd-897e-13e58c80595d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94b1e527-5d35-448e-b4bb-c076ad86d5aa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4b9c4478-8a7e-4ac4-9325-a3de2e4f2281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1ffc0d53-fdfd-4476-b718-dca9e102825b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88189100-3968-4855-a07d-5622cd410cca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91b41ba5-d7a3-4ba5-8473-4aaa3e6f8dc7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217fc5f1-26cf-4194-9489-cec38ea073cf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b7af27b2-8a15-4494-92fb-1dee40811a4e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32bbd043-1b38-43e4-b77d-bc2f5486222c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9cb9d7c2-d3c2-4920-b562-488437fb8cf5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fb04103d-a5b4-46bc-9251-4101af646802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0fea2e43-e045-4a87-a90e-08960e09ef9c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df7c5608-7b7b-405d-a54e-18be4a794ac4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ccf5e6d5-b287-4a87-9903-3a1d85d22ebd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a9d462eb-56b5-4f59-8824-b07ec64a1b7b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5d7b5865-fecd-440c-8758-0f112420db53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d2dcd200-33c1-4bfa-a5c9-f784a43e8f24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00cae5e9-6648-4740-a1c3-eed621f13dbf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801ef9b9-bc76-4b9b-a59b-e4596f71d0ee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6187204d-0b3f-4ef9-b5b1-484ec2170f4e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ea11dc6f-dd35-4aa6-83ae-818b17ae1a72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44eaeb5-c3ac-4398-856d-8ff65038e0d0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43a37c6-e097-4bd9-82f3-faeadb8e0b0e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4a8c109f-6bc9-4840-9d15-7df85f8b2e1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74bb6aa2-a3e0-4280-85cd-3e2d4fe865ab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17c4ecb1-6d57-4f6b-aff7-deb229f9d642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6d3b883e-33e7-45c0-bdcf-9e8ff0face2f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74c07b2b-c010-409c-b48f-9095a1840cd7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1ce46640-01e4-493b-a4ae-66304550931d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78d57876-8c91-4396-88ea-ec268f9cf794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6fd3a72e-c0c3-4c8f-8f67-146155e386e1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8420fba1-1c0c-49c5-a789-f52a6d6ede0e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81910a9a-ca45-49ac-a826-087514652264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866a368-0105-47ad-a246-731a78fc5fb6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331aed22-1a1f-4e61-a897-52c31b0d8bc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e61a0b3f-07df-4fe3-8965-a105d2bcd7e9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c104010d-b8de-4792-a0ee-a24e8ea784aa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0d7c5997-1a89-4f74-987c-c40f31c18667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e2d5915e-cbfb-4683-b009-ba28abee2edd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72770778-c9d0-4d03-8134-fc4613c277ff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48194674-93dd-4a07-8908-15bbab82eebb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ac0af4a1-00da-4077-a797-d5c74a31ca67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c7f08485-83c2-41c2-93e7-dac463991085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15c75eca-6e02-446f-b2cf-050ba200f139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a2f8f9ed-6499-4623-95b9-d516d44b6f21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f4cfe21d-19ae-4f1e-8c61-d5330601cf2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33a4fad3-1156-4c0b-9195-c9f23f3951af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827fb866-dc00-4d11-a89f-91181f803319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7f0e8e34-773a-499a-adbd-7e1c93e9ee8b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2d6a382d-8643-43c4-9e69-dc357f512184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6c321961-c0b3-42a4-be20-3466e6a246b2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5920cf5b-96ce-4856-8b95-433dc3f91be7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be5a8b3f-168f-4457-9bd8-1869d09d6153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8255dcc4-4568-4f0d-ac83-8758d10f3afc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ee08b999-afc3-4d86-8ce2-f4c93831ec6a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e214e6b3-1492-4045-9c92-8cba34b4af6c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b5b656ed-50be-4287-97e0-8b8c40b24f22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437269d9-1e5d-4f65-be97-3ce0e0b265cc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a8adfd1e-3cc5-483e-b0c2-e527065bdb63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3fa939f-36bd-4615-a230-133106f8dba0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8ca8e76e-d74a-49ea-85f0-4fea6ca211c3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294a4024-44fb-4e30-8ab7-4f633d833ca2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0405770a-e5d2-4343-b8d7-b5a97ca670bd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c6a77069-5aa3-479b-890e-ed7a90adb3d8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f6f943b7-7e02-4479-90a4-cc6838b7ee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85764bbc-d29e-4aa0-94ab-99df8a613061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75b4b301-0167-446f-94bf-65daeeb3eba7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cd17743c-17e7-4b21-99bd-46de44c0e9c3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cd50ac9f-04da-41aa-ac40-d860197f0a0f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59324954-a0ea-45f8-b57a-73e9474ad029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2660b900-3d20-46a3-aeaa-31c102eb103a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d77fb35-3323-4185-b4cc-bf7e67060c6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e4ee390c-1042-41c9-91e6-da598316ddc4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af3e9795-c28c-45e2-8088-ac7ccf2af656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5731f4f5-22d4-4b8d-a214-3cc57842afc2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bf42e72b-da7a-4eb2-82c6-711b7984e503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3bf96a97-37ba-4c67-ae28-e0f2a05e7224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85dc1eb2-5b43-4521-b18d-3ea163d27ce8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975d5d15-ebe1-4e0a-8432-b33ba04a31b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1ec46c9b-61ea-42f7-831d-8ab9da67b5f1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b281b19e-1956-40f8-b54a-e682b21e5e2d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4d8065e2-29ba-40fe-89a0-3048a470835c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66e4ade6-9444-4eed-aa0a-d1f3ce9fc1da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b3e5b09d-e929-4125-bf8c-ea7aed05b77a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2c67201b-d93d-449b-ad6e-693241e5a751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5838926a-3eeb-49f4-9c6f-432cf1aab2b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b8229295-add8-48a0-99a9-21ff149a424f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8f48cf20-f7b1-40b5-a961-f16feba23152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f4db5556-0d52-4339-a0fe-ed5fbadeeeac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413165c2-d8c6-47b5-9747-82eb06a6c36f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3839f1b5-2b99-471d-8f14-c194cfd04349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6113f6c5-1fb0-4882-af28-3e404730bf7d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0f1cac38-3173-4ffe-9fb5-be3e6d3cfd3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96632696-36dc-4bc3-b2d2-d68a0b1c90ac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c859dca5-96bd-4323-83ca-edea3c063968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7eb31105-cc78-4d72-be05-d8e21314dd8e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9bfff7ac-6320-4fe2-8fca-9200374aeee6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f8a86623-4ba2-4006-9c92-4c1424ed38aa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68376769-03ac-4036-a6e5-1ebe0c516943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330b045b-4110-4f84-bbcf-80b501c1173a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abfe103-cb91-405b-8734-4cb81f2e54ff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18e0d21-c0f5-4c20-b740-58bd3b177481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429b9f65-15c8-4767-873b-ad9d43fa502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be981e32-5b2c-4291-93a3-3ff60670cb90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037fe666-bc9f-4940-afdc-e6bede6d5400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4b5026ef-073a-4b2e-88cb-6ed1b92ed2b6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a7ab8161-a9ca-4b8e-bc65-0abda7ca1bd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e3bbe052-210c-45e6-92c5-53779a6aa90b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ec75d3f6-b15c-4520-b198-a3ed51b5d7ce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1f1a4070-c6d0-44c6-8afd-bdda6546c8ff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ad869068-d9ac-4750-a3c2-4bb8eeee511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39844067-45c0-4c51-a221-99fa51f308de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e2cae0bd-d70b-4cfd-bd88-f410b3e91ec9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8c74a3e0-636d-4330-8b48-ecbabfee681d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3e31506d-075d-4ecc-95ab-a82df05b6c5f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f4bbfe53-0fb3-442d-a25f-c3d175201e07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2e81713c-3970-49aa-b020-cf6e2bc364f9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54d168c5-e4c9-42fa-bd0d-75371d5ff301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cd6afa6c-8ce7-4dbb-8eb7-b4efc248a393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6ac46d8f-c7be-418b-9cec-326b79fad030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3bfc3062-267b-43a3-b567-42c5371bb1ae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10f07af3-34e7-40c6-b8ac-61fa4c3bf887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7257137c-db9b-4847-ab4b-6427a2a30bcf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ffe956dc-1637-4113-a59c-a8024a6bbd2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682bc26c-75da-490a-891a-139246fc4d18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33ac2b30-e795-42b7-94e5-a7201a2a1e65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989b2b5a-37e1-4789-bc78-79a2e8863e17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4effdc63-aa33-4998-82fb-77c5b788fa4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d7a0fcc0-f0cc-49b4-8c61-dab8103d1ef1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32cc1953-95f9-4f01-b954-48357b3ba86d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d09befd-404b-4e31-b440-f2cb4e971f6b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069b06f-5b31-4e5d-931d-eb1f7f48c2d3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bd671d8-9cd0-4e95-925b-0801c425fe7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4da2884b-92ee-4878-ae6c-999af210cef3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d2b9209a-bb2f-4f52-b2d5-321a8b4776d6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74af175b-7c77-4ee6-abed-c00b4b4aebed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a9027100-a28c-4a11-80df-302aaebb4023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2a200718-ecfc-4d3a-9fe7-0390c8be5155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2d7b13f1-704b-4b37-85cc-beb38259c05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2525ae01-6f5b-416a-8665-4790d0ce512e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9f2072c9-d775-451d-97b4-e8c48bdb1ba9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d780b40d-6eee-4831-b51a-5997f4ab3862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75324f8a-b34b-4fdc-8d7d-082f8ca9563d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3538c0d4-d51b-401e-a21c-8c04bdbb0712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be2436d9-dddb-41d5-a8e1-446ede345b5c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763fe221-ddc7-4858-aff9-2a240201395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3f35e0c7-b868-4f40-9738-6b2c1290221a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1b747e3f-c4b7-48d2-8583-c377463e529f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9b3f8ef1-f1d2-4d34-9291-f31757260afc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f7fa89d6-4615-454b-9200-b78ada4eb2af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654ad22a-1626-4db7-8a31-0ef2c9b67c09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92c4e672-eb8d-4151-aecf-ea4fca5dca92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f02f135a-f9c6-4800-923a-edcc4e27087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9d09b34e-e87c-41bb-94d7-0514a450b7e3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6478a101-58bd-41f6-9476-62348912351e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c4d59ef0-2464-4cc3-a2e3-9ea6d5baae59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f6f36f03-a14e-48e9-9fbc-f11187a6a53c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fad0f3a4-e004-480c-8f7a-1767c5508ad6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b6c26a6-aa79-4e3e-a7d9-8b6227fa227f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2cd3cbf3-fbed-41a5-8358-cd285dca6174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08b5e433-d4d8-4181-9885-eb77d7b581e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3f28f4d2-2bfe-41d2-92c8-6c943f871b5a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7be3cc5c-c0e3-46d5-aec4-26de63ebfd98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bdca5ace-571a-48b2-969a-7a9e62d923e9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5d3c0a1e-c30f-4a95-8380-639d68915e8f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b716c94d-9dc4-4201-8486-7aa427121b1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0f7ef1a3-fda6-4739-a802-02f770657b27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739bde4f-779d-42ca-a000-8b5597aef414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b34d54a3-1406-45af-a173-bba9832ff9a7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60859eb-ec62-40b4-8f09-7f83e71dc1c7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f0954e7b-3e69-4f40-b7ae-cf43c04d909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1c423d50-61ea-4656-8fb9-ba7d28ab1404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1578ec7e-25b1-4a52-9acb-28f237e47e5c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745b940d-f301-47bc-99f4-ee9476b8346f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93a4ee15-8ba1-4dab-ba79-cf400e0394aa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0df876b4-5fc6-464e-b931-d92448f63d7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6461bca9-d0fb-4f82-90f1-7a72f8599965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5d3706cd-37aa-471b-9f0a-c7dfc425fd8d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0f4322dc-b5c3-43ed-90c8-a227bbb93546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6b6cf6a0-7534-4d5c-8b7c-79b33640ab74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59d5f818-c1d5-48c3-bbfb-9bd7d2857593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09f8896e-1a90-49a8-b250-ed8e119f0142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635323e1-010b-4dff-ab3f-f6be45b01d70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db19e383-3a75-4645-9d02-40c89613560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c2bad49f-0881-4611-8f9c-5fa1cc3cde50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d5b95619-82c4-47ec-b4ce-06bab32e1829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ce38cdc1-9810-47ce-8d15-b97ba145669f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66adb757-8902-40d4-9713-58215f952d6c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c0ecdf6d-0111-49a0-ba1b-4d825a0640db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36db64e1-ccbc-43d7-9be2-9155f13556f2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93b16798-cbd4-4492-b957-d9d9b84acddf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7b8560bd-6b96-4c90-a074-e2f6e2382b41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3e463abd-803e-4e10-a056-105e4bd732fa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f9c5a03f-33c6-4d96-83aa-2b0c2bb841a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07a8d324-24f2-425f-ae1f-4a8458a82672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eab7959-4619-4465-9d0a-7aebd17e31c6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018ab0bb-82fa-4c3a-a2e5-f1104e1ae0fd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df645948-4e90-40d6-93d1-87b77617c472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631097ba-8bff-4d1c-9b66-0cfff348371b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cbe5df7d-b534-470d-8d6c-cdcff8904dca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22b02c21-70d5-40ec-b025-5abab9b7fa32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4629b474-8924-4ddd-8c88-c0f8235121ea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e787e3c6-b140-4513-895b-5f4e065f6da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4cb8355e-8ff3-4121-be3f-caa6ed333db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f280e9cb-970e-4848-a768-afd11e9fc7c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76f07b6a-a3d4-4ff5-89e1-af023ee1620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3eb62e43-6ca6-4180-8ca2-dd7ebf81f90a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d115fe3e-c2ca-4728-9ead-98e74f396de2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e8327304-a7dd-4577-baae-33c4bdc7d467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cb6b4c88-d1eb-42e7-92d1-1fd7065bb2e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edd7b9f2-80f6-4df3-bdfb-433dbfefe87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4635581b-a5bf-4da5-a740-b195bd8fc0a5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52028c40-a2df-4434-b34c-177e3ae0c61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2843b19e-f472-4a43-bce3-e69eef115cb3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bae4188d-fc35-4ad0-a900-2c346dc089a3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72ed680d-9cf0-40f1-abf7-a5231aaae91a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006463d8-4397-470d-97b1-ce6cc0db3cbe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8d999274-3cbd-4866-95b6-0e0645f7214b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d5b39517-2413-440b-a89d-24894c22aac8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cc18c256-4494-44d8-8ff5-1ca50522823f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ab9a7631-2ac2-446d-9e71-38873a18d434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3028a651-bb17-4e06-9a5e-3de41f10802b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04b41fa1-79ce-4e91-b167-a05f3200f0f8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d4655e7b-dea4-4a9d-aff6-329c6dac44fa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07fd372a-e6f7-4840-8aad-74f148df09e7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171699c2-75ce-4e53-961d-aaa643f86a01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84cd578d-c7ee-4ff3-b090-6dde4189cca2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7cd69f8c-924c-4e2a-8b1c-eb97c28b4f53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ea6844a1-a870-4c0a-bf90-0215ccf15645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06b61d9e-941d-4e7b-b334-3f9d38a49f9e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6a6c887e-38b0-4598-9604-209483baa45a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62634e99-7108-4b11-9d60-9b59b807261d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f183c066-43ab-4eea-8938-aea448a44ef1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edcff02c-3850-4a4b-ade3-252a06ddbad1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aa302438-e33b-4c36-a516-cf474fe74baa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dedab710-8bbd-42ac-b4c6-74d5520c465b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0cda2b29-74a8-4f6c-9c5e-69370f4b2e81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c7d2bd05-bb4e-4842-a891-5b5ac90a9e44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f06f619c-fcb0-4609-b0e4-19b0743605d8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c0f05608-a3a2-44ca-bca4-912c9e640caf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81153de2-2f4c-43f6-a335-d95391accc2b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e0a0d37f-868d-410f-9a8e-3f9604d6210f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bb6a7f2-f289-42f8-b303-a6d78b45870e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51151ff7-be5e-4412-8b3e-da82f26e0f4b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5ba22f86-8ec4-446d-aa7c-5cbe6c02237d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9fd4f11f-292e-4e0d-b9cd-86b37d7481e2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fae013d8-96fc-4b2a-8065-6a27b5d6d8ce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436d2ea2-12df-43be-8cfc-0b6978c754a9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ff6e8596-683f-4f94-8bcf-31e9ad2111c3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6eb0e81a-50b1-495c-b87b-83824c2e67c5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e29bc06d-d266-4fdd-9a83-97ff2a3db260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73a18e0d-28fa-4b9f-84d8-f8392d13ce87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c459cd7c-651e-44bf-b297-6f6e1ad97a2a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8b08beb3-18bc-4a62-a323-2871c3e54a39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67095607-15ce-48a9-b382-685e4888767f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cd0eb0dd-288f-4d5c-a031-efa2df21f96a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35191e57-74ad-4cec-ad6c-ad43d5ee840f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780668da-98a3-4cef-ae29-5e90ba0de12f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c2b2c36d-f7ff-4d8b-9d0b-c8593b729680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70620e7d-0450-4a47-a274-e5f9c4eebc79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9a899d49-a8e1-4952-ba23-1a62d3e8e158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3de7049c-a934-4fe1-bd37-94cc2d1968d4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14b1d94d-ee0f-4486-9efb-0486cf81b293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934dd557-5c5a-4277-854a-a5e3466cdcf7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391f6e96-0af5-4832-b6c7-a4eeb58d626b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253c7281-f02e-4677-94f7-a1bcac5a9e3f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4a897daa-1fb5-453b-b52d-e06d8d48ed1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6d93bee3-25f5-43d8-828a-53add2d87c79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4e5cdb90-de02-4b6a-ac48-77e15eb9c3c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016190d0-3bcb-41a4-86d2-034b31e39827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23cbc0e0-4174-4f3e-ad2d-d64187db70b5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f37839d3-2819-4db4-ba75-b6bf86806c4f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41bdade5-711a-4225-a23b-2fb400fce143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92efe161-22fb-431f-94b6-f6248e72ac23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628e8a3d-0416-4577-b884-852b00c9d28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591cb163-de43-4b54-a063-228eabdf8349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53b411b6-8fc8-40ea-a442-373f0d283a59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2343713d-ad19-44c3-aea4-cc4e555b0baa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fd66a275-dcfd-4756-b213-d80ad9930e94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677e310d-4ea5-4157-849f-8a7adb289196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1e77a11-18e2-490b-82a3-bad2d97f65ca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a17099ae-2ae3-4985-b0d2-6fd51d82cd16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e1df427-a94d-46fd-9f53-f3fa7260b193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c2c8239d-7a89-4eae-944d-cd41699e27c7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963a69d0-bec4-4ea8-9ab8-1b41814225a4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b3fd64c6-a496-407f-8ec8-9855d87edb50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63a505f-3aaf-4560-97ab-a20ccec7aa37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1bc61346-31bc-4d3c-8554-9c76ee0f1886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2f9080f1-7ec7-4aca-85ce-f275f6941505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0b0ba2d7-4fff-4e7f-8a76-69b1cd520c9d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a69df602-0479-4b3f-be3d-f871b6b42d66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f7dec8e7-b09a-4a26-9133-69585c0afec1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29affb7f-111f-4d7a-994c-f406c484e45e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46a9cfd1-5762-4d8d-ab14-48ceb9a1cb0d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26ab6ed0-5f4c-4be1-b7cd-593da398b858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5007a90b-7dc6-4b35-bb7b-d70f6a6a59f4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6a4bcd82-3620-481f-a5f6-28ece2844a40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a9d7de1b-9ef4-41d0-a3e7-39814f8eb6a8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06299e62-6c12-4391-8d0f-fa2bf5b25757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eca655cb-82d2-49c8-9884-cc36c59c2cf1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04be30e3-6da4-43d0-bddb-a582c9b32c06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6844a146-92af-41ec-8850-a0169ff659a0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e2b65fd8-a78b-414a-831c-478a5f29bf8d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21b9dd66-d4bb-4788-9a26-3ea52f56dce6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6" name="132f7dd5-129a-45e6-9f6d-1ef6a0a21f0a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e68e1cb9-28f5-4f03-b272-5fdefd37949f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10109ea3-d72d-40fb-8250-05f304adaec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0452f7dd-0bc7-47ac-a4c2-5866af8369f7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cd20f5ff-221a-462f-bdeb-c2382cd6df24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1fa20003-902e-4046-91e0-7a986af33197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ff2ff40e-65d5-4ce2-a0d4-df37e36e63a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fd379a3c-5551-4187-9978-0a50b5507b1b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a3eb26e4-7696-4a87-a70d-ef6d929d3c64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dc4b7fab-d788-4d3a-ac03-3726956948fa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61407563-1be9-439c-b1f9-448c4678944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e833103c-c12d-4db1-a908-dec98a7924df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a6f8b570-b01a-4982-9c2f-b2d9d874398e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8f4e6166-9633-404a-91c6-6c1b57e17fc2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5be8c7fa-1ab0-4b92-9b4e-8ada5eb2c5a1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4f673ac9-ab84-424f-b0fb-22750ba1c6ae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1d95a6c3-38df-4eb4-8917-b3db36826003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ab5149dc-43b2-423c-8dc3-098b7732810a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0d0e9a26-cc97-45cd-9584-93eb0f8391ee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d1236b60-9368-4ca8-89e6-e3c6b1dd897c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取代:舊密碼立即失效(實測)→ 輪替改用新帳號並行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3e63dec-6805-406d-8060-e7aaadf1d771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cfe76259-ba65-4615-ad2e-654b123265b6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cdd9a0c3-6429-49de-8c94-7847121752b5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b5903d68-9c0d-4f49-8097-7d01978982d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401ffb97-93fb-4e4d-9375-e5e12a81e224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f2bc47fe-c79c-4b1c-94ee-38a9fc2601de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d57faa4c-1b64-436a-9325-5f45fecf5b59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a5120527-a73a-4494-b032-f6bd17d87f74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a773d014-7d20-452f-803e-4b38bf7774d3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87870898-470e-4dbb-b1b0-0be1cf52bffe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08e68865-cb50-495f-adbb-49071bd390c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ae8a9d42-a743-4197-b3a2-163d57743310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327b7c57-af3e-42aa-9ba4-5f8cbc4f60f7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ea9ed1b4-3c19-4eaf-8f01-8d5f68aef792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0017278e-ae35-4129-81fc-c1e95774180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4019cbc0-06f5-4f60-8c4e-b98277b6abfe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c4786724-b323-4473-81ba-77b2585d84d7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fbfe439e-e2b8-4d16-a63d-abb817466b20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34f3ddf5-e47d-466e-b8e6-67c169b4351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1104245e-3e3a-4df3-b024-0800536b5499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f1066602-1b39-41bd-9d24-5ed058d6d7ed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5c826a94-02ab-4e0d-ae93-30e97c1113ca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92a18bea-d88b-49c7-9ae6-11722f1455d7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27599263-aeb4-465a-81b7-9e4568c2c0fb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92aa8f8e-d264-47de-a3d3-8f4b6fa3d6c9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b1bba407-5007-4926-b97a-5b651ac6871b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0042825f-9b55-4a16-88f9-399427538148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7fe1dbeb-c9ae-4511-9e1a-8297e2c41230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e7e545d5-1c63-41e2-9f6f-d9517519c7e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0f0d84c9-1d7d-463c-b55b-6c4a8b418915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70cebc64-62df-4267-8c9f-c9577c8da60a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ed51a613-bcd7-4bfa-8533-3dbb491830e2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1587a0f3-2bce-43d9-9fc9-527b05ce3380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e1010e92-1f5b-4474-924f-a708d7ceaba2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50b89636-6043-4329-bcd9-1444eb9182e9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0cf1ddf8-019b-4a90-908e-468bcfb8398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bbae7006-8737-49ef-b8b6-21d733c63540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77a0e5d6-070f-4658-b3af-4191409d4ffd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9f5bccd6-bab3-4a8d-bf1c-93fa54415942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89ed774f-3719-4150-aa36-cdd2d12470c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d5df0609-95e8-46ab-8cc2-9c2048bafecd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6f5557cd-c443-4ed9-a5ae-389051159547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a0f2a2f8-c2df-4158-bf16-3c6ca7f48a17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f8609044-9f05-4378-b3d7-51690d34260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99eefd24-225d-4736-b88a-4a1877ca54a4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8a0e7598-3bdb-41fd-b00d-d37d5a4710ce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ca94db45-4020-4927-9181-fd5044c11e19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56e4e45b-2c42-46a5-bc90-67aa0a211b72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793c47b6-0d9b-4bb8-92d4-db5411c8f3ba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5941874b-910c-4741-9d54-0371f49535c9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73aea767-c7ea-475f-a5c7-a49f627735a1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a15006b5-7e8b-4507-980a-108f445dc257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e687274-4302-4f66-82c5-658e8c9f871d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64ee146-e367-4101-8324-8bb8778476d5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fb12b28-f8a3-4c6b-ae80-13bf7ada27b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95ef2e90-66bb-466b-8149-931824fbbec3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833d0395-7623-435f-a1b6-ec1ee8b0fe24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87c34b0f-a6eb-4235-81e1-ac0239e2fe47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2e952cc-b8aa-49bd-9a70-f4af6b205b46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4c4be6df-71d4-4e16-9e05-71c1fab63e06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8945999f-ccd3-4853-a7cb-730db43ef92b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d8404e6a-d4d6-4644-a66d-d10de92da620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8b792890-6832-46f1-ace0-6d8cceb2ad2c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0c8bb2b6-7256-4d4d-9da4-6a31a74b2c1c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92a8738d-54f3-48d4-ab1c-9f694c0cb8b8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4ceb084f-6c81-4dde-9e6d-b78b91506250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3749cf52-596b-4b44-abbf-b8ca3cdac079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73eed218-b5e9-45db-976f-4e01931b0e23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898d079b-9d0b-413a-9771-4e7fc21a7178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f0dab94a-7cbb-4a9c-a5ce-bdbae61cba81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05ecb4f7-0ac3-4e17-84c6-5d06d844d7e8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36ceb567-1d78-4c9f-9357-39c20a4ce8ac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9f272710-878f-4928-ba65-b2c11f449784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fa3720e5-3945-499d-9287-8e38ac2be3ba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8ee1ad94-1378-4b51-9a55-b80a6eea8495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8c16a86e-cce2-4739-b88c-38afe19180c2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2bf46847-62c0-408e-9167-9f2301cd63fe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4a86a9c-2b44-4180-a7c1-18b4ceb8808e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98f7fdd9-e1d7-446d-be0f-c4ac8044f62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1d8a57e8-52e0-4ca4-a4de-e26510369305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bbef6ff2-3488-4eab-858c-c42c818a5752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6a21608d-bba7-472b-bc1c-5c475233c506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a56e7db4-2261-4e49-9342-c7cc5a7def4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ce70d999-3dfa-4054-a74f-47deacadb889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355ad111-9033-4588-b5ee-269e0c4d3b6c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ef8ead1f-fb1f-468a-abf2-7e20a0f9e652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3dc9d758-80f1-44db-91e7-18981877de36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b6f5e9a-2c08-4fec-a66b-ca576ca0e52d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79ebbcd-bbea-46bf-9f67-306ac0d30602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d0d3ca9-226b-4bdb-a899-a292edecc1f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f7a9bc90-750d-466b-a155-779fba804e34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76b9c70f-068c-4a5a-be90-be90adb0319d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98ea7e52-e0ec-4191-8457-ab9d36a2edd9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dbf2048-2140-4325-bf54-4251771f1601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303fea2-40ad-4996-bbc0-0fb632be9e5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a5fac320-843a-477a-9833-60ee296ed179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7dc397b2-bdc7-4f79-998c-4560e0c2250b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8cd238aa-3ec9-419f-96a2-b8df856ed5c2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1b8c8df-cde3-4bca-87cb-1654ff3c1d4a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5bdfc73-74d4-4887-af7a-9531dc07dae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a086a780-3175-4852-9949-6198510fcacc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f2959109-89d0-43f2-b1cc-325956a64c34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044d1c65-42e8-476e-a8b2-9e5ff8d63cab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c1a25188-147d-4e46-8362-5217bedbc9dc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35945244-6c55-440b-9cfc-e6c930ef5cef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bb27ca0c-5b5f-458e-ad48-045972686fe9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b8141e53-5560-4b4f-9f77-e3a5c43215e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624fee8c-bed7-4c76-801f-7173ef14415a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f73d7632-4503-44aa-a254-083bc92819e6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a778867a-a0a0-4cbd-b100-e31926bf406f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7133091e-8ea6-4ffe-8bb7-242549a5aab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dbf37af5-ab39-42e2-9bb5-3bd62362629a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57bac965-8bdb-4a0a-b47b-df5c11b2c3ee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2bd30ff8-3e77-43b1-9f7f-aa05e3d7b21c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4f583e9-4da0-4656-83ab-1e564465ae50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1ce9e6bb-6981-40c7-b6b9-ac0c0a8b8c97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0def8db6-f73a-4d8f-a600-35fc7e41299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0a8135cd-0fa9-4789-8d23-b94c22ea4545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192db208-db07-456d-8102-7c628dc9bde7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98ac3644-cddd-438a-acba-0e0ae447cf92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5bddcd3c-465f-43cb-861b-60aa5d2d95c1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43115abd-a3be-48d2-a631-ede3c7a9d3a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c053cf6-c8c7-47fc-b343-26fa54d5e706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87ee867d-7761-4d75-9737-443b07a8d7ec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f71b8a61-55e7-4259-a8cd-4e7a2f09e77a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f43d01b-cd16-49fb-841f-4bd825abfc42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b19823eb-d318-45e1-babf-928d54f4644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5d6074d5-09d2-4cc9-89db-04c50a1e9127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236bcbe3-2405-4bfb-8a5a-894962c427e4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08d386fa-730d-4c99-8af4-e8f84d0dc50b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89ff6229-2b08-4def-95a7-a1f44ef87f48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893928f9-3720-47af-9b98-f14ae1ba81c2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67c3157e-9505-436c-a668-4b5d9d90139d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48baa946-e89a-430d-a2f3-32ee7c7acae5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feaada2c-cf83-4955-8384-935d13f7ef7d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2b23812e-06de-45a5-bfef-cf51ad4eec1a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0277488-2c4d-489c-bcd2-5238610c6149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b001937-c4b4-4fc7-90bc-ef3987659b95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1387583-99d4-486b-8919-8a5b4e45271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285d3655-7ec2-4449-8101-bae49ba31f12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7d4eed4c-1ac8-492b-983a-8b2ac0a8740d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3b3cb375-3f51-478b-8c17-7226b3737119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ca19bcd-bc72-4583-beb5-c4e5c2369c89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a0f65c68-4d3d-436e-ad0f-ce632a8509f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59e7486d-4403-45db-a076-3fae1f60605b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9f23faa6-d765-4b6e-9bf2-4da0b16d390b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9b900344-e68f-4d01-8857-802d9523dd35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2edae188-e578-4da6-9335-a712864545ca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2e576106-02b2-4988-bc61-d85e230f8a7c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c862fcc7-30c1-439e-957d-682507839f9f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72c07208-ee7f-4aa2-8bfe-8a3ca584c6a9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04316e25-a1cf-43df-ba56-e935e16e2bd0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715616be-0650-4d35-aaa3-facdbdf15a97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b90e7926-4183-4691-93fc-cf8b41631e2a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bbfbf4d2-a52e-4112-bd64-af961951d18a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2d3d99de-21f9-4683-9d83-c40974a16f40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09942b62-f943-4774-b742-8c824ab68bf3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5cbb2624-822a-4e53-9c0e-9bfc02baeeb3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3d305965-d69c-47dd-a19d-8aa806ec22e4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cbbe020c-71ae-4e52-b5aa-a0610aad3f9d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2cf2c61c-051b-46fa-b518-ecf1d6244f24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b7eba23-b6b9-4984-be2a-706ad6ac983a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dd8367e4-6a54-4434-8df3-3c797a3a0aa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8e3fd725-94d8-4844-ac3a-37f4f1902177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7c004f7f-6bc6-4e38-b1e7-f573ac047f34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db0b02e1-317f-4015-8bc9-db72e4989cac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e1a33595-9767-406c-9b32-240dede54a21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29df2693-f2b6-413d-8f28-840479bc680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fdaf97b8-3e84-4a50-bbaf-0655af5cc8fa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080a0179-feb5-481d-b09d-bae8c3fae7fc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46e3df12-0bcd-4db7-b822-9ebd6a6cc539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6a6f25f2-18ce-4c4d-ad46-f473f1679df8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04a41915-aad4-4035-9c80-16b0934cac24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da11d877-c025-406f-b0c1-5ed532590414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436c668-6a26-4ec0-97a5-bd5a0cbe87d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c902abe-d813-436b-bd0a-2a83de3831d0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893a0d5-0a28-4fd1-b21d-47eef66ec79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59db7761-6a24-427c-85fc-ef5fcc21894b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5ffffe5d-bc9f-4e0a-84ee-8aa6b433caa6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97b1a8bc-373b-428f-9788-206e9fe0d4ba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eb2f8e53-f76d-40e7-8c65-d9119b4b05fb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7ebb358b-2bb9-4a51-965d-be519c8b764b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6eb80fdc-36f6-4823-bd40-e026cdb95564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fa514613-2ae2-43e2-a6cf-453f69338503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e7089d4a-71f7-4492-b5e6-fb255ce910cd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43b6c910-9b55-470a-b6c4-a6f8f69c5f9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43997ed9-af22-4a46-97b1-6d41079125c6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f8309a8-8e61-4440-96b1-cbb9868f3c8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8f0223a1-077b-410e-9558-92c320c752d8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8825cf7b-d6b2-4267-8c0d-377554b57073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a0005ce7-3f07-4045-85b7-1b998fdce80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43c45744-f42b-4878-a9f1-b598e93ccb15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c6f8a006-dc77-45f4-8ff9-457e701ef5d5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14c04bb5-9b2b-4937-974e-ff9ee07ab736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a8b30716-2b95-4992-8748-5c077ba25d75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aa0c5246-c59d-42ad-a453-afd9539cc437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e2aeef5c-1c6a-4c0c-9fa9-70e03455fd27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0d0d3a4a-c4b5-4875-820e-a2cdafc3782b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dcba12f9-e632-4834-956b-c16775d193d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8be8b8dd-7fd9-4f58-aab7-1ee619f52c2a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e056c1cb-7f54-4365-a157-bcf282a909ff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845b2695-bf32-4359-918a-429fbbe123f1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a9e5b8c8-2636-42bc-a2b9-567dd2c9dc06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b8f40d33-9f5e-4e2c-94a8-d0cea8013ca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ea9de063-e8b9-44a0-b66b-e958bb3db9b4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a02250a0-b22f-4593-a7b1-76ccbca7c9fb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8e90642a-6923-4499-9662-0576b9688399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cc8b9397-7636-4ab6-bcf6-483085481382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868981b-e9d3-48c8-af83-a4d8f70191a7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c3ff5d8e-679b-4a02-bf3d-ecc6552ca827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7145a50c-ca25-462d-80e2-a888b54f764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597aac6a-a5e2-4576-a1a8-370a5e4e477a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c4a3a198-c43e-4189-a172-d5bfc2ca8012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1557ed33-79dd-4631-b0fa-49a40305a97d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1d6c5176-bde2-4a94-b78f-60d7c3a476e9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21e1264f-2378-4470-bd35-09b6eb35834e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11cab9ec-5b65-4f6b-a4de-e42cc665cf8e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1647f55c-cf96-4ee3-97f3-8336b0602740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d3e9bfa5-c6ab-4023-9049-0164d1c2c62f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5a07c4d7-f34d-4b82-8d86-976ed9881ea6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67f2bee0-3953-4704-b827-23cc4680fea7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d0a332ae-e006-4bce-9766-ffa28a0929f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ebc9b20b-305e-4fa3-9248-b4f23754e15e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8183167a-87e4-4e27-ba83-2dada9650327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56665062-dfc3-4f38-988c-a692dd9880b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7c461ff8-194a-40ac-98ac-48dd607af20c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bf7270d5-41b4-4b2c-9190-f6feed115460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cba101dd-691c-46cf-addf-58a227676a70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234556ff-9715-4c70-91fd-a184e023f664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1c73e77b-a8fa-4d65-80c4-d1bc82518a18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4a70a90c-cf66-450b-aeac-d4a8f3f76351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aeebf61b-bfcf-4fcb-b341-6146bd8482fd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6e2fa2e0-2aec-474f-ae49-5b77c066aa3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2faa6f9f-df37-4af8-b01b-e115600d8a4c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2ec3b32a-0e42-4c61-b0cd-e334e9b03c97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20570122-4ba7-438d-9363-8e269787c510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b25ae6ef-7b6b-48e5-b683-a55fbd4b1705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1bbca0c5-2019-4167-8788-8d1b1d7edc1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56c133d3-ef11-4bf3-ada8-cc7a27223388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94aa757e-e9b5-466b-bb92-c313f0ce00aa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96492ae-3c7c-4f16-9212-377cc4e3405f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921cab9b-a866-4e41-aae9-98d5de2b7674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66000d7d-f8fb-4911-bf03-b4438472308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67e4dcd-0a09-4845-96f9-c5e0eb7e2760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de165ec-1913-49fc-8bde-821d48b69186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177af6e-2cf6-479f-8601-03c5c763d71c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21bfa6d-9679-41ba-970a-87a29acd3d90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9d4a3b76-eb89-4265-b581-ffe73ffd29e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0a887fe6-0c76-4537-8352-88fc7d07703e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c933dbc1-615e-4acc-892a-c7fa58354e26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85855a9a-2530-4a68-8339-f3eecea04c7b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f0629947-571f-4b0f-bba1-ff0a824a7002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d766809a-d2eb-40bc-870a-e33755f76a76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7946f311-aa7d-42dd-b3ee-0398fa2bfef0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b22e6b3e-e444-41b2-9e49-c3e16638fcb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c7863bcf-6d20-498c-8f0e-e6e0b65b9a70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6add05a6-c370-4f31-bb53-de090597ebc7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34bfda0e-ee38-45cd-9f0e-7415325def65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10d22719-c478-4570-848e-fd4cd7ca6284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f1976807-5927-4443-b5b1-899911b6105a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143c5c7d-f254-4559-871b-7f0c4c1515e8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0dd9aaa7-3233-4ebf-9bf9-9b5d2f98181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3d0fb065-8177-4277-8cf5-78c3b46ac47e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84f22306-e628-43e2-9604-ed052386fca7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179e4bf9-1f30-4e18-8f46-eec42839fb95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18ca74dd-5fae-4739-bb9b-6ff9505a93c0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aa9e0161-96c3-4ba2-87ff-9a77f56c3134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ad6b44ed-3fc8-4ff9-865e-2997455a48cd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2c341d84-993d-4cdc-974d-0ed22c1486d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8ae4fab2-c667-42d8-a690-30cbf9989b5c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cb3d9909-0dbb-4314-ab52-39eaad16fe83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10444418-0747-4033-9200-bb3d15049193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0a878f40-a516-42a0-ae35-f0e4d53256ea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73c8ed07-f39b-4223-bbb5-1a76ba83326f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f0ef242f-bf07-4315-aaaf-82969a6e111a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9af88669-3051-4081-9b2f-6dfc420e2c9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66662e35-f421-4038-8637-fa4be6a4c2a3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a587847d-53ca-4b2e-b080-9d42e38bdf31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fc9ac544-df85-47a4-bf9b-c7b8c7ef9b97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432331e5-bd95-474e-9dda-b6aaba2eb16c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42a0970b-6cbf-44dc-b34a-5e37260cef8a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7734db3d-ad44-4b5a-914b-d7afee284f7e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25c76b49-6b5f-42e6-ac0f-f9ecd12f8c0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0711a344-fa5f-4d02-8c75-a9e2cc7f6291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bd63e970-d0b1-4403-9215-1900b85db5a2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98dfd762-2ea3-4b3e-8272-7ca3478f65f4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ea773098-b418-4ced-8b23-5955a19ae45a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edb97d16-5703-481a-a442-236064516ff4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daedd6c-36b3-4995-a3b1-0f0b6c856c75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78cb5a89-55e2-49ad-b082-bb648bb60ed9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8036a420-5b2d-4d68-bd50-5784cf6e659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55dda097-afcf-44d3-ba44-a0a4bb7ee47f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72836027-fade-40fb-90d3-1f44f0951302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314cb98d-070a-431c-a922-6e8173be79c7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c33ac508-7ca1-41f5-9a26-d1fd7ef4e57e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3f2b7085-8959-4087-86f2-36691f0824bf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8791829d-7136-45f9-b426-cc508ab4286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68ac2c1f-2e37-4ee6-aef2-6967b446687b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37c4febf-6367-477d-a651-26197fff70b2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5859e847-23e2-4091-81ec-4dbf97150334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38c3dfaa-62d0-4c12-afa5-b1b9a208b8e5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5cba0dbc-5949-4396-99d5-809d380a2cd4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01c1538c-ac40-4a67-a21e-e4fedb404c4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c2b1c03f-abed-47d2-9331-2fa0e60cc59c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f30341a2-3761-4db9-a4cb-0bcc0dc98119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d25d54cf-08bf-435e-9cc3-219793848511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12e93dd2-e76e-4c5f-928d-4cb42bf453d4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3e565c6e-b086-4fe2-9e44-f16f6c0bc1ae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f1dc1275-4ee2-4110-8f96-f4e09c8203b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b0b89a7d-a3bb-4da6-a887-3149a5b9411c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af3cf5c2-5bf6-42fc-acb4-37a6fffb9665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9d18168e-ee27-44e3-a9e6-12922a99b430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10908008-7e41-4c01-9e93-134edd4caa44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ef0e88d1-0149-44e7-b29d-051341954b12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f9cb8eea-84b1-486c-9470-f4c885322f2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d32bbd59-e564-4b0c-ad9c-556bc59bde12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a152158e-a5fd-411f-82e4-adabaeb5db6f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3b4c6fb1-3ae3-4673-9c85-34386dc2ce41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87b3d5b3-67bf-4f43-b6e6-30b39831b6f3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423c1b90-3b0b-4543-8159-a1f5ac9bf350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e59c7a49-2bcf-4da7-b898-c71ca4310ee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9d937b50-ba7e-475c-b702-292c671b16a7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1b98e64f-9721-4b4c-b00b-5595ac5faa63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4262609d-825a-42b5-baf4-eaf2fd75b4fe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d75bbe6-a0da-48a3-8b87-1f8cc4aad3de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6d986b77-1317-4608-ba11-967e907eabee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7a97f451-b9cc-4957-9d7e-2f728dbffc4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291d3bd9-a784-449d-a013-b02138d0281d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8a8eef23-c1bb-43c1-869a-3227dbc3a421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d9f26b7d-5be4-445d-9271-63188bd38122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77339cd4-7cb6-437a-89ec-3e52780c6bac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778e694e-e092-4143-aeeb-7b3c4d93c703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9c39fce4-7caf-4b04-8c6f-10a47e3b528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9ec269f4-54e1-40a5-9a9c-166e7cfb740e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55a98a14-71ea-47c8-802a-ed2641e8cb38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8a27eb75-9146-4ab3-8fea-c558a4be5d2f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5a22d429-e842-4e84-bebe-3c2619c2a05b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99821a97-fe6f-41f1-b940-8154b7860c1a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ca8b404b-f38b-4ab3-8b28-1ebd2adf6f9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52aad453-bca8-4418-995d-2b6b822562a5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1502c67a-48fc-45a2-8520-5778199dff4d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18fa64ad-b9ef-48f5-a428-f6ee419442ef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254e5cff-846d-4c9d-b988-5cc9010f6b6d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514e707-567f-4bdd-b3fd-97b3fe180c15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d77de58c-ec7c-4944-ac5c-22b3c3d238b0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df8dc988-00e7-460a-825d-c4b6983b00c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2d0e69a2-c50b-4678-8d58-ebb71d89de93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6000c46c-85a3-4397-af95-a783fdde5e5b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3e135c76-2d00-4309-8751-26fbce563328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2cf6e45-c920-4b41-8108-5ce4286fc082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f8327e58-4534-4861-8c89-a798bfb3bde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8cd797fa-8eaf-4f82-8f22-acdee2c73983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8ac7aa85-5f0b-435f-9b06-76de073b2b6a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7ace3e13-fb75-42fd-a10f-46c9cc812f24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9de6311-cbdd-45c0-9c2c-12b9b877223d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ed15a92-5836-47ad-a2bc-af6171aa8007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163c28d2-70b2-4e0b-8b6e-fcb79497b9d1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c483315f-c24a-461e-b01d-d89461005d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42e60a33-d6c4-470c-8efc-3e8af7b5b0b0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2cbebda5-8495-47a6-b445-e767eae9b683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cf969f34-2a96-4801-84f5-f3e1b47046de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2f5da20b-519b-40eb-b6a2-1f6f79006134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2ff06939-14c5-4151-be07-1f907c1ccd0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1ec550cc-d4e4-46a5-bdfe-660560dfde8f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42c6b0f8-9a18-4c05-9b1b-2ed2dd103369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bcbb30e-c635-44e0-8d3a-ccde99ccf5e5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3bcf9ee4-000b-46d9-9263-8af4c269da2d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2c58326e-ee8b-42bb-a93d-c28d0a374f0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dec337b4-b916-4abf-81b5-a53564b9eb3b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e0245a88-906d-4957-a84e-f098d922492d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854307fa-6963-4ff6-bd88-d4c21641b259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77d394f4-e791-493b-8927-07067fd9b67a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fd7ca683-6407-4fea-9421-844d78ab13c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7b607be9-7042-4d89-b225-6fd3480e9897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fb291eb6-634b-4bde-9c6f-d6672612944a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8df02a87-d010-4dec-a20e-c2132c96187c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2ab431c2-99b7-403d-9fe5-7d78fc37fe7d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c98f6047-0410-4458-9c17-e6f9e9df103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bd1af1df-d302-4cbb-a21d-bade407f05c3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4584d05e-a2d9-4a5a-a6fe-5829388c82ac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3d62c151-da5c-4fc4-9be3-dfe4caaa2b0d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5089d338-6464-4f8a-af84-e09b6a5212d1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f40795f7-e29c-4316-ac7c-08c306b3e00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01bf81fc-44a5-4b5c-aca8-cecaa7284d7d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1d755b63-3dc6-4ebe-bb85-9da77c3dd46f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92612fbe-9fd0-48fd-9acc-fb79edde72bc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44a01132-41ed-4b6c-ae6e-e8d9376b5598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7bd702b9-1f81-4777-af92-7ffeab319b4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e1fb6f15-4636-4299-a453-239c35bee31e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a5a69945-9e1a-4194-afbb-68efa2ece241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d2b45471-947d-4c53-8c3c-00b10b4b7db6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a8a472b0-6820-4a73-b669-166fc474e2f7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8f2cecab-5c62-4bc4-945b-1c388250e20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2f460cc7-5ea0-48b4-a1d2-ce42a2fed09b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3fa5a7bf-d1ab-4b27-8459-bc4a71a11b45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5cdab34-ebb7-4c5d-9e23-71609ee17f18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7e9ab07-1252-4fcb-ae55-3a1276feabea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3ec4676-7624-45b0-9c7f-71f957eaa6b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b6b985bd-c32b-4762-9241-471c964d959d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e23dd680-f332-48b8-b5b0-fe0272af6769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dfb140d5-c3d5-4904-95a1-ce509b70fdb6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81d7b9bf-da13-40fb-9aa0-3b12be4afe8a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7512e42f-c222-4164-8974-4c3b068e9d26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294abb83-ca6d-487d-8b32-f73fd597b42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63049b44-f74b-41fe-9fac-52f5a9d5455a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f720c89f-342b-4518-9a72-6be515319d7a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179baf9f-9ade-47ee-a9b9-30925c6d086c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b26b3c7d-b722-4637-8659-52dfebfef941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7ad754cf-1334-46f3-bd01-38bac089b3c6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6d71a898-05fc-461b-912d-06189c0d295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2423d122-4c4b-44d6-946c-ff268837bbe0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959ccf82-4fb6-442d-ab0f-a440e80079bc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46162a92-6b3c-4d39-afe4-1f9e63e21a23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