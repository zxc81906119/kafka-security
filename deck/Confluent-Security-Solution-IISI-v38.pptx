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  <p:sldId r:id="rId51-created" id="288"/>
    <p:sldId r:id="rId52-created" id="289"/>
    <p:sldId r:id="rId53-created" id="290"/>
    <p:sldId r:id="rId54-created" id="291"/>
    <p:sldId r:id="rId55-created" id="292"/>
    <p:sldId r:id="rId56-created" id="293"/>
    <p:sldId r:id="rId57-created" id="29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Relationship Id="rId51-created" Type="http://schemas.openxmlformats.org/officeDocument/2006/relationships/slide" Target="slides/slide40.xml"/><Relationship Id="rId52-created" Type="http://schemas.openxmlformats.org/officeDocument/2006/relationships/slide" Target="slides/slide41.xml"/><Relationship Id="rId53-created" Type="http://schemas.openxmlformats.org/officeDocument/2006/relationships/slide" Target="slides/slide42.xml"/><Relationship Id="rId54-created" Type="http://schemas.openxmlformats.org/officeDocument/2006/relationships/slide" Target="slides/slide43.xml"/><Relationship Id="rId55-created" Type="http://schemas.openxmlformats.org/officeDocument/2006/relationships/slide" Target="slides/slide44.xml"/><Relationship Id="rId56-created" Type="http://schemas.openxmlformats.org/officeDocument/2006/relationships/slide" Target="slides/slide45.xml"/><Relationship Id="rId57-created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封面。這是第一版草稿,內容依客戶前提設計;之後會依回饋調整並套用公司模板。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user/group(沒有服務帳號);希望全部共用一組 PK+憑證;RHEL 9 手動部署、尚無 Ansible;legacy app 只能 HTTP;權限要依 AD 群組 + RBAC 分層(不同職責不同權限,唯讀只是其中一層);範圍限於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LDAP(AD)驗證並取得群組;服務用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的缺點是密碼無自動到期,所以配套:密碼庫、新帳號並行再停舊帳號的輪替流程(第 9 章實測)。並行做法:建立不同名稱的新帳號(kafka-configs --add-config SCRAM-SHA-512=[password=…],不會與舊帳號衝突)→ 對新主體綁相同 role(RBAC 綁的是主體名稱,新帳號必須重綁)→ 應用逐步切換 → 全部切完後刪舊帳號憑證與舊 binding。實測:對同一帳號同一機制再設一次密碼會直接取代,舊密碼立即失效,所以不能用來做平滑切換;同一帳號可同時有 SCRAM-SHA-256 與 SCRAM-SHA-512 兩個憑證,listener 兩機制都啟用時兩組密碼同時可登入(實測);動態更新 listener.name.client.sasl.enabled.mechanisms 被接受但沒有生效,需改設定檔並重啟 broker。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token。官方 AuthenticationHandler 範例是 REQUIRED(純 mTLS);人機並存用 REQUESTED 是本專案實測組合。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看起來在本地用 MDS 公鑰驗章(實測推論:偽造 token 被擋時 MDS 沒有對應 401 紀錄),但仍會以使用者 token 呼叫 MDS 查可見範圍。登入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查不到,原因未明;c3 的事件在本 demo 為降噪而排除(實測不排除時 C3 每幾秒產生 ListOffsets/OffsetFetch,洗版審計 topic)。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broker(demo 實測 controller 也需 LDAP 設定)。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的憑證可省,前提是客戶能建幾個一般 AD user 讓 app 走 Basic。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1。現場指令:./demo.sh ch01。截圖為該章節實際執行輸出,非示意圖。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2。現場指令:./demo.sh ch03。截圖為該章節實際執行輸出,非示意圖。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3。現場指令:./demo.sh ch04。截圖為該章節實際執行輸出,非示意圖。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4。現場指令:./demo.sh ch07。截圖為該章節實際執行輸出,非示意圖。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5。現場指令:./demo.sh ch11。截圖為該章節實際執行輸出,非示意圖。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6。現場指令:./demo.sh ch12。截圖為該章節實際執行輸出,非示意圖。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7。現場指令:./demo.sh ch13。截圖為該章節實際執行輸出,非示意圖。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1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3.png"/><Relationship Id="rIdNotes1" Type="http://schemas.openxmlformats.org/officeDocument/2006/relationships/notesSlide" Target="../notesSlides/notesSlide3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4.png"/><Relationship Id="rIdNotes1" Type="http://schemas.openxmlformats.org/officeDocument/2006/relationships/notesSlide" Target="../notesSlides/notesSlide3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5.png"/><Relationship Id="rIdNotes1" Type="http://schemas.openxmlformats.org/officeDocument/2006/relationships/notesSlide" Target="../notesSlides/notesSlide3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6.png"/><Relationship Id="rIdNotes1" Type="http://schemas.openxmlformats.org/officeDocument/2006/relationships/notesSlide" Target="../notesSlides/notesSlide3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Notes1" Type="http://schemas.openxmlformats.org/officeDocument/2006/relationships/notesSlide" Target="../notesSlides/notesSlide35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8.png"/><Relationship Id="rIdNotes1" Type="http://schemas.openxmlformats.org/officeDocument/2006/relationships/notesSlide" Target="../notesSlides/notesSlide36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9.png"/><Relationship Id="rId3-created" Type="http://schemas.openxmlformats.org/officeDocument/2006/relationships/image" Target="../media/media70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71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72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73.png"/><Relationship Id="rIdNotes1" Type="http://schemas.openxmlformats.org/officeDocument/2006/relationships/notesSlide" Target="../notesSlides/notesSlide37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74.png"/><Relationship Id="rId3-created" Type="http://schemas.openxmlformats.org/officeDocument/2006/relationships/image" Target="../media/media75.png"/><Relationship Id="rId4-created" Type="http://schemas.openxmlformats.org/officeDocument/2006/relationships/image" Target="../media/media11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依客戶前提設計:AD 僅有 user / group</a:t>
            </a:r>
          </a:p>
        </p:txBody>
      </p:sp>
      <p:sp>
        <p:nvSpPr>
          <p:cNvPr id="2" name="6e61ebd5-0696-4339-85e8-f5ad013f0306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d06b86d-c77d-4d53-a712-25dd9a17fc18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8d740b7-27cf-4646-87b6-89458c1cb500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9d4f639-3353-4f7e-b53c-2cbe1aaf415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655e8fd3-fc2c-4ba3-a203-a30f556dfda2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fa3e43eb-67f8-4f1d-8afb-5f60d1237e09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04f721e0-161e-4e05-a345-ba28e0ebfbb4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7c44fe46-a193-4d00-ba1b-c46fdd7eba38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8dc1317d-c2c0-447b-a99e-df3f7f62ef1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aabe4d68-d8e5-4140-96c7-9ea29a171f57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PK + 憑證</a:t>
            </a:r>
            <a:endParaRPr lang="en-US" sz="1700" dirty="0"/>
          </a:p>
        </p:txBody>
      </p:sp>
      <p:sp>
        <p:nvSpPr>
          <p:cNvPr id="11" name="c9eb1ef1-126a-4f21-ae03-7a9726b2f08a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427f4074-f0d0-4709-beb1-c8c4850d69db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d0d4efd7-8370-44d0-9a3b-2d8c1ea6c77e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4360bc2d-e060-4d57-bc18-2e75d1f6164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fc18af40-74eb-4382-bdac-2c92b08c7be7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726a92d5-d383-4ffb-a2ae-b8385f4bc3b7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cd5f652d-36c4-461e-a976-06d6197b38f3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e64c8bde-bec2-4ca4-a59d-df729db6e816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667723b4-3311-4565-874a-f955ba83b65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2d901e20-68ca-4eb2-ab49-b57db4a6b0f1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add307aa-fd85-4954-a39c-25fbe90b46ca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beadf1d9-47ef-4e6a-90a9-a8ad40433eda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cc731a3e-fe32-4518-b928-c42b2e8ba0cc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744ea662-0938-4cca-b40c-4523454008b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163e434d-ffea-4a8b-917d-efd8670d6548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AD 群組 + RBAC 分層授權</a:t>
            </a:r>
            <a:endParaRPr lang="en-US" sz="1700" dirty="0"/>
          </a:p>
        </p:txBody>
      </p:sp>
      <p:sp>
        <p:nvSpPr>
          <p:cNvPr id="26" name="e97e3e4c-6b86-4153-bd74-aca7a966779b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300" dirty="0"/>
          </a:p>
        </p:txBody>
      </p:sp>
      <p:sp>
        <p:nvSpPr>
          <p:cNvPr id="27" name="78b7c07a-35b6-4be1-98ff-ecec5e95a842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89b8a501-6e58-4828-876c-a633de2aae9f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f4d9b1b0-75b7-482b-9b9c-78c27caba424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4f9ed118-3b71-4105-aee6-6ec9529db03f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3012a0c8-59ca-4e73-b7da-2372f8cdf5ce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Kafka 內的服務帳號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bf010d8-5a44-4078-9cfd-eb1ef20778be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427002d-7ec0-4c6c-a499-406a822ad543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4834130-b5cb-4ade-b0c1-9059531cdd1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188be5a7-60d7-406b-a342-930652ee731c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983bf562-2dff-4c49-a608-902e71b1b564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7fe27659-0be9-4615-add0-a776a3279288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31a92bc4-d73d-41ec-945e-0fa423d94b22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1554fcbf-76bd-4483-a913-41c3961bbc09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ff0d64c3-6b2a-4d8b-8f1d-d4d5dcf5847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30f3f59a-32ae-45c9-a4c0-175a0d98f18c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4da6f41e-7936-46b1-b37c-208af1194e10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93bc6fcb-e998-4f17-99b5-88a3e1e4831b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ac54b060-4790-43a4-9307-33f4c87944fd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d2dd0db0-bb22-4152-a438-7b75a837ca8f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b0b1f4ed-fe2e-43b3-9028-50b58b7e44c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83190a8d-f6a9-4ba6-aff9-f701f69ba33c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dfa360d0-f215-48c1-883d-086ec14da703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集中授權</a:t>
            </a:r>
            <a:endParaRPr lang="en-US" sz="1100" dirty="0"/>
          </a:p>
        </p:txBody>
      </p:sp>
      <p:sp>
        <p:nvSpPr>
          <p:cNvPr id="19" name="37946d3b-db45-430b-b6db-52b1e945f420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66087dd6-a543-405d-b1ee-e3b42e11c922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a0b91499-3056-4b84-9fa4-2caad2b6ff1b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5d7aa0c7-2507-4821-b605-f097af1de7fd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25f6bee-ef72-4532-9c17-acd261763e6a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7cf19bf-9e9e-462f-9db7-572ce1088a7d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92cdb858-6a3e-47a6-aba1-c47a0e1860d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2197ce58-343a-4d56-a0b5-f6ea0d5d100b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e5f4ac77-4f56-4ffd-a6e4-2b264cceeacf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c4371051-d1ba-4f99-8cb5-f82352ae3477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1cdc2d99-bd12-49b4-ac31-2e6ee62ee447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9a643765-5fc3-4e6c-8a92-7eb0b6430ab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2c45fa11-29aa-49d0-ae1e-3b162d5aca8b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d9742f39-de71-4a7c-b8fc-9faf98afe67b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19544f10-3ed2-42a8-bace-6298e4e0fdbb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2801c181-d4bb-4117-8d91-bff3923bdc6b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a5b0aab5-9425-448c-9c16-b54b46e289d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a74c327b-fa45-4f54-a0ca-faf58748cac8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172e89bf-14ce-4117-b637-02e0a5b193ca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6b30f25b-50ad-4b6f-acee-4f8a9e3957ab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20626ffb-f1d1-401c-b0af-36d2d46024ed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4eae2607-c284-413b-9284-5b02250d06f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1dc18a88-df9c-48fe-8f7b-d407e6b2276e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43c61863-f02c-4236-b3fc-9f1fe46e44ed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cdce850f-f332-4550-b64e-d2d8f524475b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386dac1e-55e9-4027-b5ed-0bbdc707cf3e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79a2fee3-fb6e-4568-b0ef-b6a7a50d3ad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99ab6c2a-fd19-446f-a3b0-68e12fb114b3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3208ede5-2d4e-41a8-b952-865575f33a7b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52ac698d-eba6-4c84-9d7d-15a9418d9d6d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d407bd00-5aec-4c30-83d5-e2c9641d10b1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40bc8ff4-744d-4be2-9ff7-dbf96589aa0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a5a649e5-7e55-4c96-a0b2-f801998e608f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5522c026-7fa3-424e-91c8-d04dc5204822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42d4684e-37e3-42dc-b488-7167af996189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cf883590-f35b-4ac7-bd8a-8b0d26d6d305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7d05ed4c-f08d-4909-ac21-d7eb6145ce30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c58183f7-e19d-4cd6-8c6a-aeb9772db3bf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7dcf2715-5047-4a93-94a0-d6f937f61c0d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1b983509-85c3-4573-a8e3-0b47337321dc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2b82bf61-821e-4b30-ac5e-9d93848e3181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483903f5-aded-4866-9f8f-57d113613adb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52a46502-84a2-4eef-8663-f863eed474a1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e9ed1baf-0472-401b-ad82-14a4bd042d2c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042237d6-4367-41f4-b65b-46d0dc12ed21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e9036998-7212-45a8-a267-2b962d23f6fd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65a5704a-182a-42cd-b7f2-81ce4bcd87b6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0692e082-0d69-4ed2-bf44-3d53101051e0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fa38c20d-7466-4c5a-ae4c-f942d9b7c34e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2e946a7-9543-4b42-a59d-a8bbdd0ee958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d97b4627-f408-4285-8190-3b378150052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acc8cf92-3fc3-442c-9bbd-a45a8db655e7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d5663160-26c4-4731-ba1e-fdb2a1a02762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87b0e3cb-7c56-439c-9343-8ea63f9db1e8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6190fe0a-30a4-45b6-b2d4-6eb315d67125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2c406f54-01cf-4316-9b78-cd0df0d85f19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7cf978d2-20c8-47d2-80eb-50b078bafa7b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acc0fcbe-2a74-40c0-9ad6-a191c900328a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e90200c3-445d-4939-92d2-7e178bdbdb74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28c6af1a-7510-47dd-beca-b91c0ddd11d5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a57f21b8-8b9b-4ca0-a1ec-a16f3eaf3f0c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d491ef9e-6194-4b68-b0ef-0a5168a2f677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75ca7cbb-295a-4244-b83d-db91a88fa86a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65182d24-1175-4b3e-aa0c-3d3c89fe03e5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a2ce229a-e7be-4af2-95e8-e50f14d8704d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d11fa2f6-68f9-4eab-a781-b8be08a57a6f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bec4959b-a9bc-4874-a1f3-70f09bd9cb50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17daa7a7-1a86-4de4-bcea-0e97024da6ab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/ MDS:另匯入 AD 的 LDAPS CA root</a:t>
            </a:r>
            <a:endParaRPr lang="en-US" sz="1200" dirty="0"/>
          </a:p>
        </p:txBody>
      </p:sp>
      <p:sp>
        <p:nvSpPr>
          <p:cNvPr id="21" name="da636bd8-6f08-4040-a5af-48a9294f177c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124f0c26-d83d-4bc0-8044-deccc37cffc8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bda743bd-c44b-46e0-915a-6c5f9581c8c0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e4c0d37b-e127-4feb-af99-b2dfe32ff43b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731a1d08-fbff-4570-bced-34f569da2232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dde8f59e-e5c7-4d07-a9a5-b4ab25fc08cf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cb2ac9a4-e138-4eca-8c58-476a190979b8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f14984bf-7ff9-42e1-8be3-8159c1364409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9c146466-e930-497c-b07c-f23a8967bb79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07c4ebd5-d05d-4ed6-ac1e-89f5b7bf94da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c138e11-81e5-47b1-8892-53d3789b4974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a4edd748-9ea6-4b0e-b187-4a0f2aaa646e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ae8d27b1-652f-41bc-9b3e-40cbdad7e78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0a10f3b3-8e24-4117-9d10-a5b2932bb063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6ac0a958-5734-4903-98d3-583c2d1310d9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75355e29-c286-494f-b8b4-c8f8ddbb67ae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7d37a145-0fbc-4dda-999f-cadf5010ac88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649b2690-58f2-4140-bef9-d2a69277f593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c3289c28-90be-4296-8f49-40a3a390be75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67fcb00e-7afe-4de7-99ed-3309440b2538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72fd4142-4bdc-410e-a913-e5d58a4b54dc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d4804744-4562-4974-a767-4d31281e4525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ffac3cee-9863-4f94-a9e4-af6dc264d8b4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aaf42a11-bf3c-4cea-bcff-8854f146b5d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8ac11177-b739-41a9-9849-8dd40e15849c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e2fad0a3-73bf-4750-a6d3-18a315dce94d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893c1c30-10db-42f1-be9b-a62ca45f54d2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ca67d78c-6dac-4125-a2b1-faebcb63df9d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9c4587ce-c29d-41a6-b1eb-cb531c2459e4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77b594b3-4064-4518-bdc6-b1a4430b14f5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defd3d15-d8ae-474a-ae62-fdd409afbf2c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7922c31b-aa49-4aef-ae7c-a025e1e46691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5381b951-10e8-4c35-bd0b-040c013c3ca7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1ac705f1-6217-4693-9ed1-ba393718371d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329e597f-1dd5-463f-96a1-ee5d18aab6c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86686960-791f-43f4-9c76-4e625533b673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0eb4b734-92b3-4bcd-8474-c3c2caec3233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8bfc4324-e2ec-4a58-b8d9-e759d2d147d3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cb4dddf9-31f6-41c3-8a27-a5bd8435d277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d2b85471-3170-41f6-ab1d-64503e61a4c2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1080b133-9f7e-45a0-8681-432e8662c558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c19134a6-6267-4802-924a-a20424eedb75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d55fe9d6-f710-412a-bb92-d1242eb27d2b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04513293-ba47-4091-84a6-26549ced5b9d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318fc323-1c8f-4815-872b-3f2a95c2d9e4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b4af96ab-c3e2-4450-8b7d-9a1f8fd17751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92d3d9ad-c009-4b10-a6a4-91a2f18bce80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0d5e87be-2953-461d-8e5d-e8c4376f2e4f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官方建議:先更新所有信任庫、再換憑證、逐個元件 rolling restart,每個就緒再做下一個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6f65ab1-0c9e-4f28-8928-e656610d716f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ad3f4767-ca60-4c10-b0bf-ed5de4240e9a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593dd4e6-8719-456b-bfba-6f81d19d847f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5329bd72-3f80-45a7-a883-256c7bb1089b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6253779c-bc05-41e6-8d45-4ed9a2c75fa9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294cd44e-868c-4439-b4ab-da5a884745f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25d1ab0d-38bd-4f4e-9ac2-3e794e77d909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bc5a5e08-ebdd-45d7-b781-3dacc9d95a6a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0" name="653b0bae-752f-431d-b142-f45892bfb7b5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1" name="55d5794a-f729-48ed-ad3e-b5de113ee034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c08999a8-5180-41d3-9acc-7b59f605f2ca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3" name="b9ae5bed-3398-4651-b7b2-f41d905874ff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a6105afb-50e8-4db1-864e-45dffd4aa36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d978e6d1-70d1-4941-889c-4810b9016d3f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99254bcf-1369-405d-a4e8-a712cfb29943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70767054-6c35-4113-9547-9d53a45c2316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14324ea2-3074-41fe-a51d-be1562314705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d831462d-a964-4019-a363-db2f6cb5c0e7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04bf6792-d9e6-4ced-aa8d-f6db9d73638f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20528fe8-4e1a-45df-9e92-94a262cae23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6fe35e0e-59fe-4961-b7d4-f47164f3780b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f5a3db2f-0394-4e27-8b94-882e60cd5f5a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7b9e8755-e741-40b9-a905-09f95d896e68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efd7abc6-e190-437f-8f49-28995bc0ef35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98d0b408-a70e-4f67-b383-4bc70483e481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f944a4a0-4396-4801-aa66-a724dc75cf40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ea56ba72-544d-4628-bb61-9490452d6d2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a31824c2-5df7-4ffe-a1ad-40548407bb6d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3f4ce544-436d-41af-b065-c9d5cce4f175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bc073c84-53ca-4253-a782-934d6b8e4a1f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5855e0ad-8c87-4418-88c4-4a6a16bd5735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4f82ad4b-3f6a-4665-a7c5-b7f9842de476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661c58c6-1cb5-4c2a-b805-07697a6ecf4d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d7af0169-2b4c-4cf6-9df5-145840c26a7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fe3ed6cd-7224-45da-9084-052712773c4d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babc6aea-50a1-42ea-b125-33c0e29a35de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6c43d1bf-13ee-4a01-b429-7add70abf4b0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99eda81f-6628-4727-b604-c961fe6237e3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26d2700d-1369-475e-ba82-c46ef33c100b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6517d40d-044b-4b7c-816e-4c37087a0da4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 → broker(一次一台)→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官方:信任庫先於憑證、每階段全部元件做完;元件順序參考升級順序</a:t>
            </a:r>
            <a:endParaRPr lang="en-US" sz="1150" dirty="0"/>
          </a:p>
        </p:txBody>
      </p:sp>
      <p:sp>
        <p:nvSpPr>
          <p:cNvPr id="42" name="0776db2e-5f7d-4673-b42e-adc4016b403b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只換檔沒重啟,6 個埠仍出示舊憑證(實測)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984a692-f457-43b4-9434-cacd96720f1d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0d841eec-690f-4789-bede-6e84dcc3d513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5e7eed72-3cb5-48e4-b69b-86a949b41c8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7dc5f833-67ab-4be9-a8af-a07b9cba069f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a23f3563-aa50-4c30-9b72-34d4760eea64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b41f91f9-1339-4baa-b1e9-7d8be5dd6ba0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cc12d201-51bc-40b4-8777-7909b553ab1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4957b0a7-e659-4643-93d0-d627f05d8a9d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8651e396-4232-4b83-a72a-1f394c30f2fc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fad18218-e8eb-407e-9afd-703c811efeb5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636b36dd-9a67-42fc-8477-1cb74d6f265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7d0c8486-26e0-4944-923b-17501c5b4161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7eb1db81-8f47-47e2-992a-560a5bafa835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4231bb3e-e213-4b44-9cc4-16e3ce00808e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288655f3-9fc8-4cd1-95e9-b2bc7df5a815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5eb4d65b-5f92-4eb2-a2b5-942043f9e22e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02aa0a6b-b997-4d81-878c-e36c2ce3131c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9f76d744-fe11-408a-8ba8-e9adb3556c52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dc016be1-2669-4029-a5f6-4118d50ba6a2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2ef02c81-9f43-4662-be84-1d58a2f607aa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c5f8c49e-d3a3-4134-9d15-eab6d253b38e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439fcc5a-5ae9-4e38-b65e-302412eb07fe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b5c7d2fa-86c5-48a3-a116-a659f6d22428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5b64db15-6993-4400-b1e2-945658a70d8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b78c27aa-f658-46f4-a9e9-b229f18c251c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eb36edf4-15a0-4649-b380-84718a70853c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42392942-3dd0-4e71-88e8-e19e57cd367b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c5629801-4040-4dad-b371-8e8ddc022cb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2f2a4676-2d15-4603-85fa-0adca1177bb5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ac583d72-501d-49fa-b2ee-79b68719b83a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 listener,各管一件事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78ca2ec-0845-4577-ad27-789ff754233a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16bcc70-84dc-4d0c-9278-1593d8f9c7e6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1c7d1f17-63fb-4539-b34f-2c52247d10d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97c6fa3f-eecf-4d91-ae03-7b8026d06766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80f3649c-2336-45d8-ab7d-f37dcf3fbd40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listener:ssl.client.auth = none</a:t>
            </a:r>
            <a:endParaRPr lang="en-US" sz="1100" dirty="0"/>
          </a:p>
        </p:txBody>
      </p:sp>
      <p:sp>
        <p:nvSpPr>
          <p:cNvPr id="7" name="b415147c-7797-4391-8d22-97f4102a6f97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2d58bb7f-298f-44aa-9a3b-78cbeac0e742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bed01018-f077-4b22-9d2d-ee302ce7dc87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0f5591d1-2f4e-4f71-9c7d-42a8a429fcb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de09bfb7-7476-4b59-9c9d-5588684e25bb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eef9cd41-4a8c-4a74-aa57-cfded5705f7f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11e70c24-caf0-4ce4-be3c-67d71b553d8f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b9314502-0f2f-4c56-ba47-1cae906086f6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f94331dc-72c4-48a4-93d2-1dd02697f828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62534771-726d-4349-98a6-b51f4c3a2b93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bdf1920a-b2f7-4df0-922b-56008f067f4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2d38b608-6b57-4a83-b847-eea0403d07fb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ecad29d1-2580-4d5f-bedc-42dd4a60d698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c68d3b39-5ceb-48cc-b606-e79a9eb4131a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25baab5f-8f45-42e2-908a-ed8df11ad192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ba835425-b241-4d80-ab9a-661cd7a3466c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48a46598-1dba-403d-9a88-a8e2bc3f4c00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9f911324-15f4-4fea-814e-e2b3a2ab71d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9accc845-dee1-4eca-8d20-67bce4edea70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e322174d-0337-4b60-b8f6-4e7fb2d5367a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66776dd8-798f-4d9d-a1e7-5693f0705129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704d2240-7a7a-496e-b28c-33550b6aec37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38535f5f-df37-4a2f-82b6-097e6948ae67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df7d865-2550-4b10-823f-93a601e34a88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d23ad006-d7c6-417b-91c2-95bd7543ba09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9cf63bbf-dcd2-4d80-ad6e-84dce966ba7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6b6180ca-3187-4e77-904b-8c90290a45e2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e128c8a3-9db4-4218-8501-588a50278ee2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1d37a9df-d1e7-4315-8689-c4bc08f33116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acab690e-a908-48d0-a540-a53e9b0cdb41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48db8623-6bcb-4271-861a-1c7ddb06717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95c62ff2-ddc7-4671-92da-a37bd7761065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60aeed7d-c83b-4e4f-a7b3-1999ab57d92f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31826ea3-e8f4-4cc9-b54c-aec72e6e796d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5672ce11-6c22-4674-9b38-b795779fa001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3c17ec2f-9433-4c3c-b480-7aa1ab2f342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f9278691-7f4c-430f-b413-9c6d22ee6b05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a476ec88-3d66-4b72-9bab-a9dbf5d081c5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b0354a2c-72c2-496e-91ac-18bf57830e0c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30896496-23ab-4579-95b5-038308d5b383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c2ce1f0a-1c90-4c95-a310-77050993636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8a3ad64d-eb95-4f48-8df8-bc3969bf709f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ad7feee4-daea-4024-bf29-4d193cf8f193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ff442969-d5b6-49c5-89a1-8271ab4e36a4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2b8d4684-978e-4659-ab57-41c09fd636e5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21efcf0f-027c-4e02-a20e-b5f7e0ca56f8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7b590108-4979-456c-bde7-75b9e049ce17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0e24d8b9-ecf3-4ad3-8fd0-8aaea6be4cc6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efe30234-18cb-4523-b69f-702e85b23b7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f8afcced-cdce-4673-8332-ffdd9a3af734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e32653d4-324f-4e7d-b154-6bcae888c236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5bd92c70-37b3-4f66-bca2-d6f326e99df7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c11ee1e6-7afe-4bf6-a8aa-8231c3500b7d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ec4bccbd-0d4e-46ba-95cb-af498ab4f8d2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0fe04fc7-41d0-4011-ae18-a551bc3513d6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41dcadec-fa47-4728-b32b-fa8dd4ab15f1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8912935c-7f03-43e7-8b2c-5bdc0465947d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24ee4905-4d1d-45fd-8b51-755147438a89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867e61c2-8737-4534-abc9-86a7ba71780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4cd6d1b6-1b08-42b3-912d-9da27ade0250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0403c1c-fac5-45e3-af51-6164fa5eda51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8f247c15-1791-4951-914b-0a1d3b83fb2f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b02869a0-9ee3-4302-a50f-5d0abcd12f87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5e8fc100-0b67-4a04-b754-c684aef8e202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58b9af77-2ee2-49cb-b970-bb0a697c39a0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80f37e27-7c01-432b-a755-75696e0357eb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a9a79bcc-d29c-4704-bcc0-93227190d3a7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c9a0d08e-5b43-46f4-8aec-8e559431ab1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a781b180-d354-40bf-a00c-a723b51aaf9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23fdbeca-479c-44af-bada-eeaf57a58b0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e43a06e6-94f5-48b9-aa42-667c2d1cbd4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2ab552a0-68f6-443d-8e1b-6284a21addcf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05f2ba1c-d3c4-47da-8a37-935d5574ed1f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55b0da90-a593-4629-a88e-9c464ac938a8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917b9536-072a-4978-96f3-9264d846f85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64dd6134-4490-4c83-8023-b5e75373b0a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cc941951-006e-4369-82a7-74f53151d0c8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be18540f-5fed-4b20-88f7-67a0dd0f600d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f5b4d2f7-8f52-463b-9635-fb2fa45a837e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027cc59c-d4f4-4713-9d3f-98f9079a9a00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885dd830-998f-4751-bd41-42ce46e435e9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68f15b8a-1be7-49e0-8ea8-f6d1a386cea8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237147a4-2b74-4103-ba33-d8f7603728d0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73dea1eb-4b80-4911-999b-1600ce68d5ba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a39c0760-1fe4-4324-a369-a4464b7402d0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8c3247ed-5d73-4af9-8f0c-642b723daf8e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af327034-0f1f-4978-8560-8b6796b79d14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57645fa8-48e0-424f-89a8-3d01f5c752b7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88b121d5-7e51-473b-8913-053b491f8e46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b15d06b6-9183-45e5-8af8-f363571bbfe2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ac6efa59-837b-42a7-8f84-7932b03be8c0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7e47ecd4-e5a9-4074-93c5-e065915516f2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46abe052-e145-425d-b605-d868ac272c0d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0213e4ac-c6ea-4066-9345-cbe3508f54e2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26adab6f-ad33-42d7-b9c9-7a73fdcec3e4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b95d082d-85c5-44d5-959c-2a8460bb1a80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88a48c8e-edc1-4f04-ada8-4c8b990edd97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a99b6a99-82d1-495e-8ae8-fa640c45b97a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5d36fb5f-fe4c-4d6e-b2f9-618ece23d093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51eb8227-4ee7-49db-8d50-2dedd6622212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9e9b3484-603c-46c7-bb2f-8dcac13b4365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8576f866-59f1-4be7-aa8a-3c7edac3615e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c24ab9c7-7f04-42c8-b17f-699293a33996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d6ab627b-7788-46b0-a91d-4bf891c9fd72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f74186d5-6f51-499b-82af-b9d31f613ef9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8a6cb46f-7e58-483f-a63c-d2b002711556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400" dirty="0"/>
          </a:p>
        </p:txBody>
      </p:sp>
      <p:sp>
        <p:nvSpPr>
          <p:cNvPr id="48" name="e4700291-29ca-4de1-be8e-f99cca55ca74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b4c19e6-6224-4035-85b3-6e2dfe390186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08d20f0f-6795-4e2b-b7db-4114deb6c063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c8695370-5b81-4260-8857-55f33b499706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71920cd7-b61d-43e9-8120-62fb32a94a1a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7cdfa7f2-2a0f-4987-8237-57a21c1bf630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3dea84f8-e426-4f26-bd78-e9d6b13efb83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95cd3c80-8e04-49f2-86cf-1266ccdc7938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7edf188e-90dd-4f62-b7f8-779027e9ecba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e9af028f-6f0b-4487-9ef9-3875d373d0d3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5da4b18e-e881-422a-8971-4918b299a644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e8f73934-438b-42f0-8c34-9c0043fe13a8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79cee7a2-b20d-4d34-8515-9de9c807953b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5fa76fd5-ccf1-40fb-8dc5-1f8cdc333d2b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36190026-7f28-4d01-95cd-81bd9ef6fe9e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c642f8e5-4c1e-4e3d-b335-4a903868255b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475a8333-6dd8-41af-999f-2e9b59427bb3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ada17592-e1a9-4d1f-9396-7e54aa268136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b698b559-109e-4aa5-80ce-2c4333304e82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5f14a9cb-0d53-4912-adf0-5375988b2956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5d1a6f15-fd7f-4652-abb1-e050a7300314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2cbd2176-22d7-4f05-9bd1-450121296f72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05399d91-86d5-4ef0-9a9d-a5b635bd8ccb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4f72709d-070a-4ea5-acd5-3936aafcf61e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4390b8c6-a03b-4ad4-aa5d-d6c76ee17843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0e9f184d-fab7-4dc6-ae43-5ba142aa73c7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0f508df6-f76f-474b-872a-053bb2516c35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b61bb970-c32f-4be0-9f5e-835e6de0ba23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0049c497-808d-4bf4-ba7b-d7f339dc0976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0de5e2bf-85d0-448a-a599-ef9224f7718a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fd5ed092-4285-4f94-9369-18298d99e774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627496ce-7f3e-40d8-a61e-3aa40300f533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336b2183-3e5a-449c-9a3d-77affcc630de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f0ad82d6-958b-4163-a3fa-cae8086e46e8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fc970cb7-167c-4e87-9879-0af02996c3fa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f220e578-3a85-4dc7-bf60-83bffc4df701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1fceee26-cae3-4d9a-85e6-e8018b26fc7a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f7f1aa56-5cb1-490e-9ac1-87f631ab97d9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06aa9374-9c97-41bc-a9cd-b83c975770a5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1984351-dfbb-498f-a715-6f206e9a3f27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764dcd86-c648-4508-87d9-414508907563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bd8fb73e-b4fb-466b-ad68-2f7d6db36fd5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44d0a810-e8a2-4110-9a72-52ff95c16ec0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2c679f9f-3557-4de8-8cd2-ee19c91e125e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ce266298-179c-4f60-a9b5-2b62474bc13c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1cbd26c7-89ac-493c-a518-8f2488d498ce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96cf188f-8d39-49fb-bb1d-300ae5f4b5ff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0" name="0fea6d64-c726-4af1-b30c-ac138082c776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1" name="0d800507-01ca-43c3-a62f-776f3f2ce180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37eabba6-0c4d-4e58-970b-b87192b68462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5464c40e-4e14-47b0-bb6c-1ef17e8151c4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2c847bed-be5b-4456-9c52-eafb6af4f241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15" name="fc733f68-627b-4d38-a1d8-50ec96e26f56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16" name="767a92d1-f023-4188-bed6-cbe0cbf4b131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fc6a1bd8-c70e-407e-87b4-87f14d47eb58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f2a80978-fcac-449d-8ad3-702636e7ae97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04320827-2dc3-4cd6-ac2d-75887ae13228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0" name="5a53266b-7876-4f31-8293-5af3bedc0d84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停舊</a:t>
            </a:r>
            <a:endParaRPr lang="en-US" sz="1100" dirty="0"/>
          </a:p>
        </p:txBody>
      </p:sp>
      <p:sp>
        <p:nvSpPr>
          <p:cNvPr id="21" name="c8ff21a5-baf1-4b30-a827-ea7b30a3e875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eb0fd160-0f3c-4ede-aac7-021939cd58e0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e5e1bc17-2f24-4a69-831e-96389729dfa4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72497d81-9c6a-443a-9dff-2bac5ae74602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25" name="8d026149-22c7-4ec5-90c7-fb8933f81cf4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26" name="4900f8b3-3b0a-43fc-829a-8f210b300529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5f3cb790-98b5-4763-a507-80a540752389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071aba17-9b80-46c5-9b14-a2572b52769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83cc5173-79be-430a-88a9-a352f8340aae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56f72387-d42a-4533-b31b-0403dcb0ab8b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1d04b204-40ea-46ac-a49d-8c4b92a3203a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677286bf-014e-4704-8c65-d12cacb2387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a808682e-bb31-4bfa-aa9d-890d3e9edda8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cc729d3f-52c4-4ee3-816d-c245902a065e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0f3326d2-8118-4e92-9d58-49a0b3ed2224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28fc5e51-3084-4e9f-9f6d-2908ffc6475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67e716a0-40ca-426e-9aa7-7d07852bff4e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不走 AD 登入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沒有服務帳號</a:t>
            </a:r>
            <a:endParaRPr lang="en-US" sz="1300" dirty="0"/>
          </a:p>
        </p:txBody>
      </p:sp>
      <p:sp>
        <p:nvSpPr>
          <p:cNvPr id="38" name="8200d275-4497-4063-b11a-6b135be79012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39" name="a5bea2a9-f980-4dae-be67-1a5e308c6198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fa818229-8b05-42ea-9991-3c09eb6dcc82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41" name="58a6e653-e959-429d-b453-f86e68bb19c7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d62bf5da-d746-4825-b6d7-310827363578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應用逐步切換</a:t>
            </a:r>
            <a:endParaRPr lang="en-US" sz="1200" dirty="0"/>
          </a:p>
        </p:txBody>
      </p:sp>
      <p:sp>
        <p:nvSpPr>
          <p:cNvPr id="43" name="fa1e7bf5-e9c9-4296-8b13-3b4fdfbd8e42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c92a2676-219f-45f2-a3c1-851f4b53cae4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45" name="02331941-81a7-4a9f-b799-992d3b72e040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同帳號重設密碼 = 取代:舊密碼立即失效(實測)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不想換帳號名:同帳號可有 SHA-256 + SHA-512 兩組密碼並行(實測可行;需在 broker 設定檔啟用兩機制並重啟)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05af40b-4595-42b3-8e6c-a1758a478389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89047985-1eeb-49bc-a58b-a6fe81925e54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abc49918-336d-4c0e-876a-f01e029eceb0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0441af04-2ee2-417e-a800-66d4c26e1d6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284dd708-b45e-47fc-bd9c-85f536558557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7dccf708-6fab-453f-a8d5-728130081639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9d30cf2c-9518-46d5-a4c6-15e53fe0144d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4d119a60-c665-471b-87b6-1d086105815f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521986f3-7ae3-4df5-ab74-0a7765c0a2ed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6ae4c6e1-535c-4033-b61b-da48da7aa501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b00fa80f-e235-489e-ac6a-788efd699b7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c0d04ec2-fbf7-46a5-b395-491b294f7ba7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bb468f46-f163-40be-aa30-063b42c66d09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c182c779-c501-48c0-855f-df36a91815dd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a784c59d-996a-4e5d-882d-688672f6562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b8a7926c-0317-4dab-9f33-030064c066d5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caaa8477-2c6b-492b-bb07-d6594ed42a77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949b79d4-d297-404f-b2a6-c1a5512adfe4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d7b39f12-245c-4321-9c8e-6c49af7be8d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97bd3608-1820-43b5-b06d-3ec6b6f5b164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1c7ced23-7cd0-48e2-811b-42847a4b3347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72621c8f-9c7d-4642-8f7c-7a6613fd2ee3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eea57ca7-c9fe-40bd-bbb9-c0687e42e6f6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5c85c1f6-e469-45a4-b107-38c1b69cdf68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f4c3d081-ed8b-400a-b5d5-cff6475a2e38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fe2595e7-2cf8-42e2-b10a-91c446a23af0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fb0acb06-7398-4763-abc8-d2cb414c5df5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b73e19a6-391d-47ec-a92e-ed6c366e1c90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52715672-ff8a-416a-86fa-b55168bed812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e0b333cf-1ab8-4c08-b494-ed71cc34d717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7be0fd7c-f484-4f09-a792-6bfd515e48c2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b826c11e-36a9-4012-a16f-a6e8da6ca06c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89ffc94c-e4e4-46f5-b518-e2f70e2ffb88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f5e7c600-b8e4-48b0-8cc7-ae8a7a9b165f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7f210bdc-5aa8-4569-9063-5e862c536349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dde22eaf-6b9e-4dd3-910e-3a838445061b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3fdfbf2b-5115-401d-b884-41c277ba6421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2df4e26c-e918-462e-9df8-838f70a9c196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4f142fb8-9862-4648-bb7d-835f9a6dc0c9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49202c67-1504-4605-9b23-5ce3e82fb7f7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8295fbf7-4571-40ac-a12c-50dc9c8c880b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af1be939-a2a3-4a96-9bbe-c1ed2b5c5b91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c5894ae3-2e32-4c6a-bd38-bfe76eaa6c02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1c32c424-32a6-433d-b95e-30a7bd377bde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1fb82a4f-eb46-4352-9de0-a2bc231f919c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5ffe4181-f50a-41c9-a946-cf0f7eef1ab4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14585ed3-7330-4285-8b0f-41a08d314763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8e2e0038-13f5-47cd-a971-c41d5654f5ea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886d0a6e-e0d3-44ea-a3c4-ed48fe8fd01a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b6a9bc9b-4a4e-4c9a-bbd5-9adb5b719a96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defc0c9a-f93c-43b8-b08a-9fa05e6ad425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41addce8-04bb-4af3-8e1a-9dca8bfec0a4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41c380e-0667-4663-a148-45e8d984d38b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57a4109-fa99-4d54-8c30-ce2e828ecc58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cda73f8-d735-44ee-84c1-cd0a3896a581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5d1736fa-3b8b-42da-935c-69cb785181b2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df14c459-f199-4803-ad01-b53ae6cc0f43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4472c364-7165-4000-863d-5b4ac7dc7d82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3d7d885d-46e2-4569-83aa-5465aefb97d1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7f58ce08-d81d-4568-ae05-fa3faf1b10cf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34c7ae18-c821-4641-8ab0-9e7fe515e9b4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3cd09976-6d6f-4415-8f5d-3cd959619c2f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e49d6685-6f43-4e3e-873d-71b8f65084ca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3adab7ff-948f-4b7c-b9ee-a6c4ed994d69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823ac0be-88c3-4349-9a90-8da2d895a683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0b343925-7997-4443-9a7f-6472f2894b42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小時),會續期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d02dbc76-fa17-49ef-bd70-089c40fa1f90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a36cb1ed-5042-4389-9bd2-20791b9fb027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63291b03-4a2e-4f6b-8de0-52580ba96c07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00365aa7-6e9a-4da7-bedb-09ba029d4bb6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242fcb4f-d5a6-45a2-854e-cb36eec8d86e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e161098d-7d1a-4c09-af15-ec959c036c13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84a06f49-28ab-4032-9ff7-ace40dd5ca8a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38ba4947-4214-460d-8afb-edfed7d44f08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bf7473a2-d3b5-481f-bc1c-096aba7b427f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59203e9c-f2bf-47b1-8636-9e8344466830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4124cad8-0382-42be-96d4-c6021665c0e0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872e3bdd-9336-457f-9fe6-acd419359b27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84786988-c064-42f3-8ad7-d69021e122d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d3dda78e-a402-4b7e-8be6-f98a110a7203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2aa8e24a-143a-4fd2-9047-edc870a9975f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5c4497bd-5e32-4002-9655-86bfabd7cd18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70bd6cb2-e91d-485a-83e5-759851f4a71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35a91773-19e1-4b4c-950b-7a77bdd713b7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6550937f-a6a9-410c-9b9d-df4701a73bbf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4b82b483-d22d-4603-a74f-40bb03f5d927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9f801b00-83e2-48c0-a14a-de8a3384e2b4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d3b9fae-9744-4b49-bc7d-89139851ff5e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13f7ab7-61d4-489a-bd4f-6176f0de1e31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a767ec4f-9bc3-4d2f-8bce-bb3f2f3bf7c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efc392f8-1c4c-4e98-9aad-9ba336ef0e15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a4ba8cec-d5f7-4744-8ce4-0fc164caacf1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d25f6191-f43d-4893-9e9a-f4478ab2f4fa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6c1ecfb-fd70-471a-8e5f-458f7ca56b65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03e5dfb5-3818-4ac0-b5e4-b8861207ae8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0dc0aeb6-1082-4f24-8257-40ad585090e3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072dcaee-5850-4fc9-bf52-bdd40ba772d2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dcbe885b-41f7-456d-b945-5e4c324a1646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2eda002b-66db-4acd-b4f4-6767a7e6fc1b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e1a5785a-0da7-4afa-885a-102d92f2026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823bf7c6-7107-4f70-b381-a6828b229748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6ac810da-cb49-4ad5-a5cb-c7318708f60a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618400e1-2f86-41c8-af25-3e565e047fd1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7879541e-10c0-47d3-8329-985dd94790c1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6cd536dd-7838-4198-a326-2ce1ba35f581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bb9f3ade-e1f8-4a42-8821-89777d9d13a6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d853fe4e-14b9-46fb-b128-9e47eacad3c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0d40996b-b15a-4402-9f90-4e776f7ff20a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70a3ff4c-e6e1-4f90-9d83-42cd49cb396c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99e79f2c-cefd-411b-a76f-065f581aeb7e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4e85c271-1409-4d27-823c-c4c91d9732f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2784a558-a970-4165-8974-e00f6a7dfb45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正式環境應啟用;客戶不想管憑證 → 共用 server 憑證做 TLS + Basic 帳密</a:t>
            </a:r>
            <a:endParaRPr lang="en-US" sz="1400" dirty="0"/>
          </a:p>
        </p:txBody>
      </p:sp>
      <p:sp>
        <p:nvSpPr>
          <p:cNvPr id="27" name="0913fd99-e83d-4f00-a99e-8768cbb74db6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4c9099e1-5e2d-4bdd-86d4-bc3550dd765e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0b09242-811f-415a-b09e-1ac45526a7d0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574495b9-cd7b-4caf-b433-e4b0b9d2d55c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5960289e-a886-4160-9a09-6aa3765f6af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b1f1cd80-bb7d-49a3-9b2d-bcf4a720e5b7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42cd82d3-d50b-4dc4-8713-1a7309d778e3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dd075084-e228-4dd2-bd10-075b487f771e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a26dd828-e4bc-453a-a0b0-e2a75209f874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1aba34ef-9204-4fb5-b1eb-cd4ef6bc5cb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842ac310-4163-445d-82d9-7f12837b7812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b905e42e-44c1-4cbf-bd13-e34709517da0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625518b4-0f68-417c-9c87-ae0ed210dbce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0e84a204-5802-45aa-a19c-3e11d6c58881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d59eadbd-3749-4099-97d5-381a7409b22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4e9bd798-d270-4e64-b19c-d3efcde37b62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6010ddf0-d76d-405b-ad0b-6795648e66a8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19f544b3-9d98-4dd7-8791-2d1ceea1881c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519db88c-6adc-4fc0-8a22-7599c26e17ec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577dc342-6635-4297-ac48-c064be8111f2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14f9038f-ec19-4aa1-b31e-042ce1a95933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e74cc4c0-9c08-4dc9-bdd1-4fbca7d478e4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8dbf8a07-448b-4a0c-b21a-4f4e2af65756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41a19820-beeb-4b95-b8bf-936061f855a8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1c22c4f-f274-4520-8741-1357f678ae16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0f7b723d-75c1-4a09-b5d8-444b4f9a9024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a8bf1c95-06ca-4af4-b068-83fb27e6958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d0f82a35-9cfa-43da-9b88-28a0b8a18361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0639ac68-3572-41e1-b7ce-e928f6302956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5315f769-1333-4565-b7f0-2a0fa6989637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a52cb32c-680b-4c10-9fbf-f0bd6baa690c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0f23dd98-fe82-4649-ad71-431d35b9857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85d71445-e929-404d-8750-217c08993cf3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76043073-7735-4773-9a37-8b746fb5a2bd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c6f2a86a-9089-4af2-b914-6e257a52c5a4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493f4272-55ae-43fb-88b2-a59c2dcc2144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85da2528-a7d5-4d79-820c-14815e69c25e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c5d36b07-2fdd-4387-b9e1-77da115f0294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c1ca0566-3592-4516-8883-e0acbfa903a0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3e010921-5b7b-405b-86f8-6667bdc56c84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5a9754bd-4c38-402f-84ea-4dbc42e3fbdb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bedbf1cd-26a4-405c-a341-18346110fc61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1f520ed9-6af0-409d-b456-dbf9f38b0d4c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207520fe-1207-4760-afad-084701fd34bd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508fbe30-3b35-4cde-a974-fc687e7966f7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aa4d2442-dbce-46df-a9af-6603f69c28cd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a830104a-c258-453a-ad8f-eb93e77fdc91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63e266bd-e1da-4e39-b7d6-e0514fa5b3ab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4c0069c9-2e76-42b9-ab09-21215d75ff62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29a3c044-f727-47f6-98dc-920c2e31d663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e925a11c-f3ae-461d-83fc-6b73971603f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9bb983a2-c0b5-4a0f-9348-b84ab43f3cbd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84fc1066-8610-47a0-8302-bdcbbb1095f7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c9923ddd-7feb-4cdf-afb1-9e35c3d7ba94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f741e85f-ad61-4715-a2ee-f5ef6a0404b9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ac7bc09c-e3bd-4b20-bed7-eb25bfa8181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84e3fd51-cdc5-44eb-8f77-3df8be241a1e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34ae2d98-0b1d-4c28-ae6c-00840b3f1ed0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80064bf9-13d2-4b6c-8421-6e5b0eb71f87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dde3634e-3428-4f37-a9db-917d70b57243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5281eb2e-d0cc-4705-a29f-cbb633117629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2c973cd8-0cf7-4183-a488-f703dd441042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feb8147-2a52-44b0-83c4-b8bcee2dde3f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699c74bb-fbbb-4acb-8602-b5626ea00cde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994641fe-a361-4c18-b475-f5a6d2cbf26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21fe0bf5-6bc5-452a-ab82-f69051070f76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1decc796-7b49-46ab-a48f-79162dcb7524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09ec9f72-2445-4e60-9373-bb96d95167bc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8a37ddba-d8c0-4dbb-a79f-dfd83ef4687b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21412060-9475-43fc-8a98-76309d3bf2ac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0d6a29f9-06eb-499b-9407-60ea3ebebfc5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758cc0e0-026e-4d65-a41d-642e4a0c3aa6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37785b74-d9ab-4249-a38f-6729dbee73cb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b1b456c8-3033-4694-9d48-c15aa975a09b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c7e22a75-9381-43ce-8a8d-af466903898a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5ec3b9e5-6ea5-4264-b591-27250d757cd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9b2e45ff-f040-498e-85d5-87c89eabff52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e4658cce-dc62-4a26-ad43-d443793bf325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8b4791de-0f4d-4b8c-8457-8bdddedb2bb7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f2993126-a444-4f58-a1b1-cc28b490eb7c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驗證並取群組</a:t>
            </a:r>
            <a:endParaRPr lang="en-US" sz="1100" dirty="0"/>
          </a:p>
        </p:txBody>
      </p:sp>
      <p:sp>
        <p:nvSpPr>
          <p:cNvPr id="20" name="fe636f8e-ac82-43df-8461-c220c4a3b6c7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a8fc6d6c-3da0-47ce-89e3-e0a4cb12329b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2" name="bbfb8259-4ca8-491a-ba91-dab2beb1f23e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ac25e197-806b-4a5a-b6db-df24d8bc9042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24" name="1e30f3f6-f7fc-44e0-bd22-758f3c1ca867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e254165a-26e5-44b8-aea5-ce38e995a654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c4bf6464-7b34-4de0-8ce4-47f80db8d87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09d2863f-d10b-4107-a80a-76304b385b0f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878d8b9e-ffe5-4c05-8a1d-ea2b6e08fbbc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521fbd93-0ca2-4ac9-a016-a8ad68c333bc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209f3e02-1277-448f-9a63-e12ec223df98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74b05740-7347-46db-95a2-825a9a94626d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cc3d17a2-0da7-4c41-8bfb-999c815ff9d3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30d03eb5-a29c-4d93-9430-3f77c89b7f63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7d063c83-bbb6-4559-a4f6-cb43e498027b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a5dada53-048e-4c50-a711-848a88965253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f0a1ec8-7bdc-4a65-81b2-ba9e08ea4d98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0a742a08-7666-4b08-888d-9911ddd589e9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6c5ca3a5-de2b-4621-93d5-7cb4ad30e26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48aa0de0-5e96-413f-b524-ed0645ae2a19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76d4774a-9148-4345-a9d6-7a61b20d52ef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db979461-f229-4925-abb9-c3166ceeeeaa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4e67c3e1-ae9f-40f3-a9ae-cc4baf8edd46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9f2a60fa-d2fd-49aa-b3bf-0282386e457d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f2e52b91-3801-4254-a624-1471ad1e9da8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1" name="36ebcf5f-8f11-4b46-9543-02cd146d2ddc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91133ce8-e737-4c14-93e7-5978a295730c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13" name="0c8ac563-04ba-4d72-8fd1-25574172f194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81f966bc-bd91-4038-a6d6-31b92b79774b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ede35521-ed00-44a8-8c86-e382109fc41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f5002788-fda6-4a01-8dde-1e5a6590b078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9b45e5aa-0cf0-481e-b788-e0a336efa567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e6646152-6c38-4bb2-aba4-748f160c0583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81f20e95-5d75-486a-81dd-a914830db60e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817f12c4-5ef0-4678-a01d-c224528b56f4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f221b690-bf77-444e-80af-76b765eeaeee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79cdb13a-7eaa-40d1-a83d-b0f524da660c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b87f2f66-b302-4dea-8b87-db7fb13151fd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6f2dc753-017e-45b9-a944-bfa53ae68dcb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ffd59867-e781-41a1-83e6-acbc96b62403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3b9e339e-20ae-419e-b0d9-e0ff0ff1e85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5b65b9d5-58fe-406e-bf75-2e696aca9ecd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cebf9e0f-1282-4707-a2be-dadd551b4a3a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970b63e1-037b-451d-9332-ccf67571ebf6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e1443f54-6bda-4f0d-9187-5ba03c2510c0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8b9fa0b6-3a4e-47e4-8a3f-803c2923b72e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26596de7-d346-40f0-a7a7-1810598a4eab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或專屬 role</a:t>
            </a:r>
            <a:endParaRPr lang="en-US" sz="1100" dirty="0"/>
          </a:p>
        </p:txBody>
      </p:sp>
      <p:sp>
        <p:nvSpPr>
          <p:cNvPr id="33" name="cf278b82-1a5d-4a48-8658-ff2bc021f8c9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714aebec-a76e-4902-9674-f54961e08068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dc313588-8646-4ff0-9c50-a5ff39cc3f75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2" name="9eb92508-a228-4f0f-a7b0-f80726b02e3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可省:若客戶能建一般 AD user,改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SCRAM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 bootstrap 憑證同名的 super user;break-glass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ab892680-6730-471c-8e43-9dae37fb4a15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a0974bb-ce06-40c2-a8ca-af5056201423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66f0052-36fc-4ad2-8883-c7879ba12931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35c10b0c-a076-47a4-9c3a-fbb5a1c8ab44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f380d782-5e0b-47ff-be3e-7b6d63ddff7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a3cd6d9c-f9af-4d8c-a49d-90d27940d483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ae0abdd5-442d-4fa3-88a2-98de6b2045b0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</a:t>
            </a:r>
            <a:endParaRPr lang="en-US" sz="1050" dirty="0"/>
          </a:p>
        </p:txBody>
      </p:sp>
      <p:sp>
        <p:nvSpPr>
          <p:cNvPr id="8" name="58479a9f-20d8-4a34-8ac8-83bf5c01a381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8f82a420-2338-43a5-83e5-38b951729a24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e21426cc-40a1-4a8f-a9da-f2653420263f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c6563143-e727-466b-b937-312e861ac7bc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39648681-6629-4a8c-a0c7-9e26a522d12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3971cbba-06d3-476d-8d56-a10600800f4a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59392118-5e1b-470f-991b-023fe5a6c38b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b90f3509-4eb8-4de0-b2f7-f390292dbb01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29df372a-89b5-4bed-8c6c-c91392f835bb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13137678-cdcc-4e71-962a-56790a7d5944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8361ee8d-408e-4e4f-a3b6-c7c3bef9e6a7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81bb9d5a-15fe-438a-8f59-3326e412b1b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6817b9e3-55b0-4f83-b612-3ff96d437d8f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4b4db1c5-7c3e-4cd8-ae83-9dd3cfd90177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 listener</a:t>
            </a:r>
            <a:endParaRPr lang="en-US" sz="1050" dirty="0"/>
          </a:p>
        </p:txBody>
      </p:sp>
      <p:sp>
        <p:nvSpPr>
          <p:cNvPr id="22" name="8e981209-92c9-497c-a58a-bb64379f9ffe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1cf75351-3a2e-48f2-bff8-fc4356711670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56443301-f143-42c5-9f94-1a95c9d1b1c7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0067887a-a2e7-4d86-a6e5-4e004977ac3d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e41496a7-bfbd-4a57-b27c-01166d51e98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ba5b506f-8309-4bac-a174-8f22bddb6f7b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17b82415-19cd-45f2-ac3f-fc0c114dd2fc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6332aee2-09df-411d-8c26-5965a544a82d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8499e83b-7070-4687-94d2-4710e1003bbc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239b7af6-2583-478b-911d-63228916837d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16604905-524c-4c57-b2b5-014cf698e7dd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fb26b871-d168-49af-a207-318458f9521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a9f6b916-4f4a-4046-8207-8869c9410028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 · 監控</a:t>
            </a:r>
            <a:endParaRPr lang="en-US" sz="1250" dirty="0"/>
          </a:p>
        </p:txBody>
      </p:sp>
      <p:sp>
        <p:nvSpPr>
          <p:cNvPr id="35" name="6064a54f-7d2c-4f6b-9e08-dcdb4887d460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+ Alertmanager</a:t>
            </a:r>
            <a:endParaRPr lang="en-US" sz="1050" dirty="0"/>
          </a:p>
        </p:txBody>
      </p:sp>
      <p:sp>
        <p:nvSpPr>
          <p:cNvPr id="36" name="50d07e41-f63e-4657-a6ce-a2d09e9b9593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8372e730-93a4-4759-a216-08e627756f9e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6b4503a6-34a9-4bbd-8e74-777eff794891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7281434c-2c03-420c-b72c-2a8e84001e51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d0300944-78f8-4bb6-b03e-e76f0b86a17d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8a957387-5629-4d04-82cd-3df7e4c53b20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e04da7b5-0034-416e-bb6f-3e38fb724376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facfe06b-e261-4a86-a2e5-dc0f4c650759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順序錯誤需重新 format:controller 要在 broker 啟動前預建 SCRAM 憑證</a:t>
            </a:r>
            <a:endParaRPr lang="en-US" sz="1300" dirty="0"/>
          </a:p>
        </p:txBody>
      </p:sp>
      <p:sp>
        <p:nvSpPr>
          <p:cNvPr id="44" name="9ebeaa2e-7ced-484c-9eee-9ae89b1da79f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d0e62984-1fa2-4aca-b573-a46303182751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ebcf9e0-1c16-4e06-9d08-91d3ca1215ae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856f2561-765c-4050-a673-e5ee41d66d69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7a682ce3-af5e-4937-844a-c86db62c04c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6ecc4a4d-acd6-4709-81d3-b5bd6d107a84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f03d349d-b8b6-4fb6-9973-edf6aca64d68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55839608-8191-4af6-b996-4496b64354d8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090e1164-1dbb-4c8e-8b00-3fe541b1a603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ef38d0cb-23aa-4959-814c-e56697d53fac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38ef4cc8-93cd-414f-8e89-d277fdccffc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196b1197-4fc4-4a72-b250-24c37a1f105a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cd81273c-4d07-4d0b-9b5a-7c93f8b749bf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ed8e1150-6f41-4ac6-99dc-26d4cd6d8d06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1f1d3940-1ae5-41be-97b5-89031d014104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0732ee60-80e9-478f-9a85-a6212a938d13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6495d3aa-38b4-4fe0-9c82-a160ad0a3d9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a54ead28-5414-4fd6-902c-3c29077e97a3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私鑰</a:t>
            </a:r>
            <a:endParaRPr lang="en-US" sz="1350" dirty="0"/>
          </a:p>
        </p:txBody>
      </p:sp>
      <p:sp>
        <p:nvSpPr>
          <p:cNvPr id="18" name="8c812b65-9879-4086-b92b-51c04739d1a8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發現:外洩 = 可偽裝伺服器,也能以共用身分向 MDS 認證(無權限)</a:t>
            </a:r>
            <a:endParaRPr lang="en-US" sz="1050" dirty="0"/>
          </a:p>
        </p:txBody>
      </p:sp>
      <p:sp>
        <p:nvSpPr>
          <p:cNvPr id="19" name="4e709b68-4cbf-4581-9091-4217a8300065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600;最小化存放;輪替計畫;該身分不綁 role</a:t>
            </a:r>
            <a:endParaRPr lang="en-US" sz="1050" dirty="0"/>
          </a:p>
        </p:txBody>
      </p:sp>
      <p:sp>
        <p:nvSpPr>
          <p:cNvPr id="20" name="4ab73b8c-b241-4d0f-8238-6b6e6332f103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0dec24b6-475d-49ee-9e0f-13ad1c7d40d3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dd865dd7-09b9-4218-b45f-c26d1d00ee1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5e522735-54ee-4946-9865-20bcffdba0f1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9e1e973e-07ee-4d9b-9285-25ebb33687ed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31a8c117-f50f-4a23-9fba-0f769a4d808d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dee98f4f-02f3-412e-afb2-fe931b2746aa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d88429eb-aec8-466c-956c-1a2ff0f6b2d3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dd9a8f6e-633b-4049-a703-27a263bb511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53cbb5e7-ce7c-4354-bc10-e98a81a12860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3402e7ae-c379-4b39-9181-85e82eaee616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23a339f1-2485-4d22-9391-adb7363cf7c5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cad55dda-2131-4b31-89f2-7eaa01d9019e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72a4d5df-6f68-43a7-b52d-ad935fe41e46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8a95b3be-4ec4-4f9b-a2ee-41346b112570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06c061fd-5dbf-404c-968e-baed55d27abc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47f9be95-91a8-4e11-a814-1be60b1e880a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481f250f-6ece-4616-b849-218fd7f4d4b0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最需要補驗證的項目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ac4c417-56ae-497b-bda6-e675e50f8ee8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503b8152-d7bf-44ad-bf73-a759eb640398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efc37c1e-175f-4f73-b94c-d23bd33e6d9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0798b8f4-7a74-42d2-884f-9e1b9c7e715c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f45e0c20-1dee-45e6-be84-bd5aaa0b995b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cb02c7c2-c02d-4206-bbb8-77250edf2ba0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3c85f839-14c8-47b7-b11d-c5acf9ceff8a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980a2303-25c3-4dd6-b3bc-120c4e943d30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756faa15-1ec8-4095-a170-b58fdb91df3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08211788-4af0-42e5-bc27-9965686de656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9ad13714-b02c-41a2-b3d2-77087cee2bf4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bcf1d29e-a388-4ce1-8853-e5ff02c1832f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f5657209-c097-4218-a02b-69fc137f5cca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7068d769-ad7e-42b6-b675-724b0f9559f1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81760671-0ca9-44ab-8aa4-b17ce02896c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ac6463d8-d040-4771-a30b-d7e9e74d99da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5fd79a2a-0710-4c26-83f9-8f3cf7b007db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fc4305ab-62e6-4471-8f90-2faf3394804b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b7129d8c-1756-475b-8069-97f20b740d61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這三項是這份方案目前最需要補驗證的地方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Live Demo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七個情境,直接下指令看結果(每頁左:指令與預期,右:實際畫面)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1:沒有身分就進不來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27f9435-5bb3-4f55-b9f6-4ff0a3849ac0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ch01</a:t>
            </a:r>
            <a:endParaRPr lang="en-US" sz="1200" dirty="0"/>
          </a:p>
        </p:txBody>
      </p:sp>
      <p:sp>
        <p:nvSpPr>
          <p:cNvPr id="3" name="920eb9ba-a486-408d-95ae-e8fb80ff5b34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</a:t>
            </a:r>
            <a:endParaRPr lang="en-US" sz="1200" dirty="0"/>
          </a:p>
        </p:txBody>
      </p:sp>
      <p:sp>
        <p:nvSpPr>
          <p:cNvPr id="4" name="27e1589e-a8b2-41c1-8b73-d5dee35c5bc4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7b73e903-d54e-4050-a20e-9872b903e00a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kafka-topics --bootstrap-server broker1:9094 --command-config yujie.properties --list</a:t>
            </a:r>
            <a:endParaRPr lang="en-US" sz="1100" dirty="0"/>
          </a:p>
        </p:txBody>
      </p:sp>
      <p:sp>
        <p:nvSpPr>
          <p:cNvPr id="6" name="28df3c47-b793-4d1f-b42b-4c7fca2ed056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6c6daebd-d146-4963-863c-a493f345b01a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帳密正確 → 認證成功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但尚未授權 → 看得到的 topic:0 個</a:t>
            </a:r>
            <a:endParaRPr lang="en-US" sz="1300" dirty="0"/>
          </a:p>
        </p:txBody>
      </p:sp>
      <p:sp>
        <p:nvSpPr>
          <p:cNvPr id="8" name="6e56aa83-a87b-45c3-9992-9d8114257e95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證明:預設全拒絕;認證成功不等於有權限</a:t>
            </a:r>
            <a:endParaRPr lang="en-US" sz="1200" dirty="0"/>
          </a:p>
        </p:txBody>
      </p:sp>
      <p:sp>
        <p:nvSpPr>
          <p:cNvPr id="9" name="dc7300f1-84ee-4d85-acd1-c20f251d54c3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9c1223a9-3c1f-4e10-b5e4-215fcbb66c42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6de8d1db-00b9-484b-bb8e-1a85a32e0093" descr="C:\Users\user\IdeaProjects\untitled6\deck\demo-shots\ch01-04-valid-no-perm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98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2:AD 群組決定權限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2db7130-9a7b-4e3e-a903-71f78e77f5cf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ch03</a:t>
            </a:r>
            <a:endParaRPr lang="en-US" sz="1200" dirty="0"/>
          </a:p>
        </p:txBody>
      </p:sp>
      <p:sp>
        <p:nvSpPr>
          <p:cNvPr id="3" name="9b022cb9-a0a1-4968-893e-c09a945c7e62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</a:t>
            </a:r>
            <a:endParaRPr lang="en-US" sz="1200" dirty="0"/>
          </a:p>
        </p:txBody>
      </p:sp>
      <p:sp>
        <p:nvSpPr>
          <p:cNvPr id="4" name="32e68640-c248-4088-a26e-8ac1a036959f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8aa2c53a-6953-435f-805c-4fbe5966284d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hi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abc9dfc0-4c17-4727-811b-6fd974585280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c0bd2da8-0109-4b71-b1b3-73a22e884282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不在群組:TOPIC_AUTHORIZATION_FAILED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群組後約 4 秒:寫入成功</a:t>
            </a:r>
            <a:endParaRPr lang="en-US" sz="1300" dirty="0"/>
          </a:p>
        </p:txBody>
      </p:sp>
      <p:sp>
        <p:nvSpPr>
          <p:cNvPr id="8" name="09568db0-c607-40be-8fd9-3d0dd3b0f92b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證明:授權跟著群組走,Kafka 端零變更</a:t>
            </a:r>
            <a:endParaRPr lang="en-US" sz="1200" dirty="0"/>
          </a:p>
        </p:txBody>
      </p:sp>
      <p:sp>
        <p:nvSpPr>
          <p:cNvPr id="9" name="34a18e2b-3974-4c4f-acfd-43fb47a28d7f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42fe1644-5f62-4609-bd06-87b89533627d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4d9bc890-7ea9-4293-adaf-822fe2fc6e64" descr="C:\Users\user\IdeaProjects\untitled6\deck\demo-shots\ch03-05-ming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86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3:依群組分層:唯讀只是一層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92fcc4e-8da5-4741-ab74-36b48041d398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ch04</a:t>
            </a:r>
            <a:endParaRPr lang="en-US" sz="1200" dirty="0"/>
          </a:p>
        </p:txBody>
      </p:sp>
      <p:sp>
        <p:nvSpPr>
          <p:cNvPr id="3" name="a200d0ac-545a-4e5c-9ba4-e1c3dd51a258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ming(唯讀群組)</a:t>
            </a:r>
            <a:endParaRPr lang="en-US" sz="1200" dirty="0"/>
          </a:p>
        </p:txBody>
      </p:sp>
      <p:sp>
        <p:nvSpPr>
          <p:cNvPr id="4" name="41352c7a-e846-4f10-be27-a7f31505a042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153789dc-7075-418a-9a2a-ffd3f79353a5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oops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f26ff798-3b03-4852-ae16-3cbe24b35380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f4d9a769-4698-429a-949c-75292b87ddd5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寫入被拒:Cluster authorization 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讀取仍可成功</a:t>
            </a:r>
            <a:endParaRPr lang="en-US" sz="1300" dirty="0"/>
          </a:p>
        </p:txBody>
      </p:sp>
      <p:sp>
        <p:nvSpPr>
          <p:cNvPr id="8" name="054ad5d4-a225-46e0-94dc-d078de8c256c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證明:同一個 AD,不同群組 = 不同權限層級</a:t>
            </a:r>
            <a:endParaRPr lang="en-US" sz="1200" dirty="0"/>
          </a:p>
        </p:txBody>
      </p:sp>
      <p:sp>
        <p:nvSpPr>
          <p:cNvPr id="9" name="98680e69-db51-4995-9b21-8958ba7ef6f1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7a0f82a2-e703-4a24-ba9e-03eb633e7296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c8a5aa1c-2812-4601-84cf-581d9d2bd55e" descr="C:\Users\user\IdeaProjects\untitled6\deck\demo-shots\ch04-05-ming-write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4:服務帳號:最小權限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c0025f0-fe35-4a09-9616-60222b5a71c3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ch07</a:t>
            </a:r>
            <a:endParaRPr lang="en-US" sz="1200" dirty="0"/>
          </a:p>
        </p:txBody>
      </p:sp>
      <p:sp>
        <p:nvSpPr>
          <p:cNvPr id="3" name="61b131f7-3f8e-4d2e-bd7c-e0d01e06a80f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svc-orders</a:t>
            </a:r>
            <a:endParaRPr lang="en-US" sz="1200" dirty="0"/>
          </a:p>
        </p:txBody>
      </p:sp>
      <p:sp>
        <p:nvSpPr>
          <p:cNvPr id="4" name="247b7635-ae9e-4213-9eb3-88d4a76dd3d5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01e5fcfb-6737-43ac-bb31-5ecbefa50a2a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x | kafka-console-producer --command-config svc-orders.properties --topic payments.events</a:t>
            </a:r>
            <a:endParaRPr lang="en-US" sz="1100" dirty="0"/>
          </a:p>
        </p:txBody>
      </p:sp>
      <p:sp>
        <p:nvSpPr>
          <p:cNvPr id="6" name="40ca76aa-6f57-476f-8ed5-901294b4948a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f566360e-9774-483a-8d0c-790bf56fc77d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可寫入;payments.* → 被拒</a:t>
            </a:r>
            <a:endParaRPr lang="en-US" sz="1300" dirty="0"/>
          </a:p>
        </p:txBody>
      </p:sp>
      <p:sp>
        <p:nvSpPr>
          <p:cNvPr id="8" name="b41c2fae-9bd4-4d54-9d36-a16910df5faa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證明:服務走 SCRAM + RBAC,只拿到需要的範圍</a:t>
            </a:r>
            <a:endParaRPr lang="en-US" sz="1200" dirty="0"/>
          </a:p>
        </p:txBody>
      </p:sp>
      <p:sp>
        <p:nvSpPr>
          <p:cNvPr id="9" name="08fa88f2-267b-41e8-abd3-99644aca45a2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eeebf828-b4f4-4831-8860-e7babe3d494a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61ba055a-d4d0-445c-91b1-af736d222d1b" descr="C:\Users\user\IdeaProjects\untitled6\deck\demo-shots\ch07-05-svc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20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5:維運分權:能管不能讀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5747692-2ca2-43dc-95f2-7414c8687f69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ch11</a:t>
            </a:r>
            <a:endParaRPr lang="en-US" sz="1200" dirty="0"/>
          </a:p>
        </p:txBody>
      </p:sp>
      <p:sp>
        <p:nvSpPr>
          <p:cNvPr id="3" name="2506272b-85fe-4d80-baa4-62a7f89e5fd2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yujie(kafka-ops)</a:t>
            </a:r>
            <a:endParaRPr lang="en-US" sz="1200" dirty="0"/>
          </a:p>
        </p:txBody>
      </p:sp>
      <p:sp>
        <p:nvSpPr>
          <p:cNvPr id="4" name="569a69e5-8165-4236-bc42-7f8ea8cdec20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94be3864-f879-40fe-906d-ce7b9bc0f814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kafka-console-consumer --command-config yujie.properties --topic infra.ops-demo --from-beginning</a:t>
            </a:r>
            <a:endParaRPr lang="en-US" sz="1100" dirty="0"/>
          </a:p>
        </p:txBody>
      </p:sp>
      <p:sp>
        <p:nvSpPr>
          <p:cNvPr id="6" name="c356cafb-edce-4b84-9299-d13baea54878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72c9af1d-0fa6-4174-b138-e7703bcf511a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維運可建立 / 管理 topic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但讀取資料 → 被拒,處理 0 筆</a:t>
            </a:r>
            <a:endParaRPr lang="en-US" sz="1300" dirty="0"/>
          </a:p>
        </p:txBody>
      </p:sp>
      <p:sp>
        <p:nvSpPr>
          <p:cNvPr id="8" name="cd991952-649e-4094-8236-ea8077986163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證明:管理權與資料權分離</a:t>
            </a:r>
            <a:endParaRPr lang="en-US" sz="1200" dirty="0"/>
          </a:p>
        </p:txBody>
      </p:sp>
      <p:sp>
        <p:nvSpPr>
          <p:cNvPr id="9" name="190b2d65-62a3-4989-b1f9-10672e67dfbf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55d38d67-6fa4-4fac-88c6-1a0e85bdd4e4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1c2b81f7-7bc3-4a01-82ca-afd0f518e48e" descr="C:\Users\user\IdeaProjects\untitled6\deck\demo-shots\ch11-07-ops-norea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31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6:legacy app:憑證與 REST Proxy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d1ca0ec-896f-4efc-a276-e5d1fe335b22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ch12</a:t>
            </a:r>
            <a:endParaRPr lang="en-US" sz="1200" dirty="0"/>
          </a:p>
        </p:txBody>
      </p:sp>
      <p:sp>
        <p:nvSpPr>
          <p:cNvPr id="3" name="9ebba635-5959-4e2d-81e6-af16fdeab6eb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legacy-orders</a:t>
            </a:r>
            <a:endParaRPr lang="en-US" sz="1200" dirty="0"/>
          </a:p>
        </p:txBody>
      </p:sp>
      <p:sp>
        <p:nvSpPr>
          <p:cNvPr id="4" name="8bd39a19-82df-4326-b69b-07e417a0e66c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69479ffd-252b-4337-833d-a1e3b4d3e5c6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curl --cert client-legacy-orders.pem -X POST https://restproxy:8086/topics/orders.events</a:t>
            </a:r>
            <a:endParaRPr lang="en-US" sz="1100" dirty="0"/>
          </a:p>
        </p:txBody>
      </p:sp>
      <p:sp>
        <p:nvSpPr>
          <p:cNvPr id="6" name="3278b6bd-cacd-4cc1-abfc-518e3a4588ca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4e87409d-5b24-4fa7-8512-dff504ca3c47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授權後 HTTP 200,回傳 offset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偽造憑證:TLS 握手即被拒</a:t>
            </a:r>
            <a:endParaRPr lang="en-US" sz="1300" dirty="0"/>
          </a:p>
        </p:txBody>
      </p:sp>
      <p:sp>
        <p:nvSpPr>
          <p:cNvPr id="8" name="a8304bbd-f5a3-4e6d-aef6-28aab395d558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證明:REST Proxy 以憑證辨識機器,自簽憑證進不來</a:t>
            </a:r>
            <a:endParaRPr lang="en-US" sz="1200" dirty="0"/>
          </a:p>
        </p:txBody>
      </p:sp>
      <p:sp>
        <p:nvSpPr>
          <p:cNvPr id="9" name="97f6417e-ebd6-4c6e-9d57-1ecede31f3ba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be6757fb-939b-42e6-8ce0-290cda48c6d7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b06d86e1-85f0-49b9-b59e-80cf405186e4" descr="C:\Users\user\IdeaProjects\untitled6\deck\demo-shots\ch12-04-ok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33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7:C3 實際用誰的身分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187d6b3-e380-479d-95e2-da3d436163fe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ch13</a:t>
            </a:r>
            <a:endParaRPr lang="en-US" sz="1200" dirty="0"/>
          </a:p>
        </p:txBody>
      </p:sp>
      <p:sp>
        <p:nvSpPr>
          <p:cNvPr id="3" name="28359300-b7b3-49e1-88b4-25e38001bb1a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操作員</a:t>
            </a:r>
            <a:endParaRPr lang="en-US" sz="1200" dirty="0"/>
          </a:p>
        </p:txBody>
      </p:sp>
      <p:sp>
        <p:nvSpPr>
          <p:cNvPr id="4" name="64086695-20bb-43b1-a65c-e8a0465c53ee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dcc214dc-3d84-4207-a083-bfd23e00658a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docker logs broker | grep "User Principal: ming"</a:t>
            </a:r>
            <a:endParaRPr lang="en-US" sz="1100" dirty="0"/>
          </a:p>
        </p:txBody>
      </p:sp>
      <p:sp>
        <p:nvSpPr>
          <p:cNvPr id="6" name="4f8d2e4a-e377-46db-b876-ad2ef7f1b042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8d19164d-ad44-4647-ab8d-48514c02795f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日誌的呼叫主體是 ming 本人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 c3</a:t>
            </a:r>
            <a:endParaRPr lang="en-US" sz="1300" dirty="0"/>
          </a:p>
        </p:txBody>
      </p:sp>
      <p:sp>
        <p:nvSpPr>
          <p:cNvPr id="8" name="98245416-405a-445e-9003-1da7dce1cf39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證明:人操作 C3 時,身分一路帶到 MDS</a:t>
            </a:r>
            <a:endParaRPr lang="en-US" sz="1200" dirty="0"/>
          </a:p>
        </p:txBody>
      </p:sp>
      <p:sp>
        <p:nvSpPr>
          <p:cNvPr id="9" name="775ee750-b078-47ca-9b04-dff0b31ff268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d0462e5a-0c80-47e3-bb77-3139d250a6ea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bf6691ee-1c16-4e88-bbc9-f5413344307d" descr="C:\Users\user\IdeaProjects\untitled6\deck\demo-shots\ch13-02-mds-as-user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73f9a37-9d4b-47ad-8455-f683f1990434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596c775c-e619-4c6e-bb64-b7119a6e9bc8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043d41c5-d74b-47fd-9ebc-e285fe50abb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2d844ddc-322c-4afa-9df2-0d0153857f59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8d966584-9fd7-4961-8545-d89652a6f5e3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RBAC:加入群組數秒生效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0c826c60-9932-4b00-ae60-671a82c2a996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a1cbdfa9-a6d2-4119-b0ff-24e6ed230f33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e2d3652d-90be-41e2-b2ec-42c4135ff7f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0469992a-256e-4b08-9ffa-14e32877a17f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33692ec2-7124-4f11-8114-51eed1708ff8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</p:txBody>
      </p:sp>
      <p:sp>
        <p:nvSpPr>
          <p:cNvPr id="12" name="273f1379-044f-4d9e-ae01-b4e6f6a9f971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df7cf46-0e0f-478a-b3f9-955fd4cdcce6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26d4b4e-c254-460c-88b4-21e43f9af36e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5514121f-5d89-4069-8e16-dc058fc4af77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221073fa-3375-4d8d-ad15-96d1deb2cd8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5dca32d5-7870-407f-865d-10ee8350157a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307d4bec-cc0a-48be-8979-449101336c54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a56468b5-d31e-4bbc-bdb3-4ead36e5dc7b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7891d568-069d-462d-9ce0-644e7bc1acac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8efbcf78-3ba6-479f-be4e-a5b09d4c54f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622eeb9d-3561-4997-8efe-045ef3aa808c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有無 AD CS(內部 CA)與根憑證散佈方式</a:t>
            </a:r>
            <a:endParaRPr lang="en-US" sz="1300" dirty="0"/>
          </a:p>
        </p:txBody>
      </p:sp>
      <p:sp>
        <p:nvSpPr>
          <p:cNvPr id="12" name="19fa411d-2f35-43d8-9920-8960e3282719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9822acdd-cf43-4c29-a977-05db6a947e03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a3261e9f-4064-4331-a500-b8eaf31e8d41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8e59423f-fd3f-4b71-bf1c-1456ec4a7b9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385e121c-4664-4702-aa15-a5c1782ce8d0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能否建幾個一般 AD user 給 legacy app</a:t>
            </a:r>
            <a:endParaRPr lang="en-US" sz="1300" dirty="0"/>
          </a:p>
        </p:txBody>
      </p:sp>
      <p:sp>
        <p:nvSpPr>
          <p:cNvPr id="17" name="9d8e9f21-78dd-4575-9f78-f106d8858185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0d605701-2d1b-48ac-92fe-e3159440dbfc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bf4500f4-62aa-4980-8889-b398cd0ccd89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9a30b98e-0329-4e26-937d-2eefbec8d69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385a1d20-aa4b-4bf2-8d66-3674b7706f20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71f7488b-c213-49e5-b739-616f9325557a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127b1ca1-eabd-4982-b2f8-7cf7389ccf3a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1d04572d-fb44-4ddc-9bce-99213aaf1495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fcf762b7-f207-4cc6-b24c-d59dc7ce272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ca6575a2-7f88-4b31-b268-25910fab6d21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2177140f-c7e1-4702-950f-3dc8ebc2df43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eb54e5df-235a-4dcb-98ff-80c71ff56db2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663a2816-562d-4a0e-aabe-eb3cfd2d97fe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5ba71d15-343d-4814-9146-e076309cbab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2d81cffe-8e13-4a9a-b344-4931aba64ee8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3c9e1791-80e6-49b4-90b9-38ec2d38e842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c423995e-741c-4625-a21f-c53b5f911177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250e1ab4-f84c-4564-9d1d-4487bc3e07bf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6f88155c-6256-4ed6-9eac-0d381c624b8e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d4f0e178-a8e5-4610-82c7-7a3d7db4a6d8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14f00b74-95df-4e67-83b2-fc27aa1632e5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9c67e2db-a8db-46e8-bfa7-a47cfc129b65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f75ff5bf-7ab7-4c81-acf9-17800c60c4bf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dccaf1c1-bdc5-49d2-8191-7a67fe7383b5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6b0e3bdb-05b3-4be0-9169-93f52f79174a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e8bd38f0-8741-4519-90e4-98e845e1936a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e486c7b-bf53-4d3c-b019-2b729024598e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a3c175b-6852-4555-83b0-ae8e14068f2d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b55434f-659a-4e58-8e08-74191c24791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4de38dfd-83fb-43b1-8d63-7e4ed219a1fd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5cde2f85-79fb-4d30-8bba-1960414af2ff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a736a895-75f6-4055-b9d9-c0935b534452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cccb59d3-7a3a-4abc-832b-31fd9a21a2df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d1e8efe6-6840-4919-b46e-b7dbfa5f514b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e7766209-7be0-4f4a-a11e-e20a695f732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011e4700-e6a3-47fd-aad5-98d9a55bd3be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cd19d719-509a-47b5-b0e3-9fb890e2180f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2c5bb1c8-c735-42ba-a7ce-840b0a1dae51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c0148846-5171-4447-98ec-11887526119a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faa75e48-5290-4608-8850-d1e4af22cce5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b64f7080-4706-4132-8055-8fd8f0936fe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713358db-4238-4526-b80b-ac4c2c6d9b3e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dfd3700a-7588-4e5d-8008-a1a454ce0b99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e917548a-c530-4c05-8955-72d3dc7876ed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