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53C62E-5892-4DFC-9215-122E4305E0DE}" v="2" dt="2026-10-05T13:24:02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66" d="100"/>
          <a:sy n="66" d="100"/>
        </p:scale>
        <p:origin x="6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陳仁哲(Gary Chen)" userId="de8ff3f4-4c64-47ed-a98e-f0b03de0dded" providerId="ADAL" clId="{E205C41B-53DC-4F7E-BCBC-01A8AEA297FB}"/>
    <pc:docChg chg="undo custSel modSld">
      <pc:chgData name="陳仁哲(Gary Chen)" userId="de8ff3f4-4c64-47ed-a98e-f0b03de0dded" providerId="ADAL" clId="{E205C41B-53DC-4F7E-BCBC-01A8AEA297FB}" dt="2026-10-05T14:06:36.016" v="394" actId="20577"/>
      <pc:docMkLst>
        <pc:docMk/>
      </pc:docMkLst>
      <pc:sldChg chg="modSp mod">
        <pc:chgData name="陳仁哲(Gary Chen)" userId="de8ff3f4-4c64-47ed-a98e-f0b03de0dded" providerId="ADAL" clId="{E205C41B-53DC-4F7E-BCBC-01A8AEA297FB}" dt="2026-10-05T13:19:17.838" v="101" actId="20577"/>
        <pc:sldMkLst>
          <pc:docMk/>
          <pc:sldMk cId="2405286114" sldId="257"/>
        </pc:sldMkLst>
        <pc:spChg chg="mod">
          <ac:chgData name="陳仁哲(Gary Chen)" userId="de8ff3f4-4c64-47ed-a98e-f0b03de0dded" providerId="ADAL" clId="{E205C41B-53DC-4F7E-BCBC-01A8AEA297FB}" dt="2026-10-05T13:15:45.244" v="17" actId="20577"/>
          <ac:spMkLst>
            <pc:docMk/>
            <pc:sldMk cId="2405286114" sldId="257"/>
            <ac:spMk id="8" creationId="{68DC9D5B-CF8E-F01E-D7CD-8CCEB879766F}"/>
          </ac:spMkLst>
        </pc:spChg>
        <pc:graphicFrameChg chg="mod modGraphic">
          <ac:chgData name="陳仁哲(Gary Chen)" userId="de8ff3f4-4c64-47ed-a98e-f0b03de0dded" providerId="ADAL" clId="{E205C41B-53DC-4F7E-BCBC-01A8AEA297FB}" dt="2026-10-05T13:19:17.838" v="101" actId="20577"/>
          <ac:graphicFrameMkLst>
            <pc:docMk/>
            <pc:sldMk cId="2405286114" sldId="257"/>
            <ac:graphicFrameMk id="2" creationId="{00000000-0000-0000-0000-000000000000}"/>
          </ac:graphicFrameMkLst>
        </pc:graphicFrameChg>
      </pc:sldChg>
      <pc:sldChg chg="modSp mod">
        <pc:chgData name="陳仁哲(Gary Chen)" userId="de8ff3f4-4c64-47ed-a98e-f0b03de0dded" providerId="ADAL" clId="{E205C41B-53DC-4F7E-BCBC-01A8AEA297FB}" dt="2026-10-05T13:26:26.065" v="278" actId="255"/>
        <pc:sldMkLst>
          <pc:docMk/>
          <pc:sldMk cId="2405286114" sldId="258"/>
        </pc:sldMkLst>
        <pc:graphicFrameChg chg="mod modGraphic">
          <ac:chgData name="陳仁哲(Gary Chen)" userId="de8ff3f4-4c64-47ed-a98e-f0b03de0dded" providerId="ADAL" clId="{E205C41B-53DC-4F7E-BCBC-01A8AEA297FB}" dt="2026-10-05T13:26:26.065" v="278" actId="255"/>
          <ac:graphicFrameMkLst>
            <pc:docMk/>
            <pc:sldMk cId="2405286114" sldId="258"/>
            <ac:graphicFrameMk id="2" creationId="{00000000-0000-0000-0000-000000000000}"/>
          </ac:graphicFrameMkLst>
        </pc:graphicFrameChg>
      </pc:sldChg>
      <pc:sldChg chg="modSp mod">
        <pc:chgData name="陳仁哲(Gary Chen)" userId="de8ff3f4-4c64-47ed-a98e-f0b03de0dded" providerId="ADAL" clId="{E205C41B-53DC-4F7E-BCBC-01A8AEA297FB}" dt="2026-10-05T13:27:43.664" v="309" actId="255"/>
        <pc:sldMkLst>
          <pc:docMk/>
          <pc:sldMk cId="2405286114" sldId="259"/>
        </pc:sldMkLst>
        <pc:spChg chg="mod">
          <ac:chgData name="陳仁哲(Gary Chen)" userId="de8ff3f4-4c64-47ed-a98e-f0b03de0dded" providerId="ADAL" clId="{E205C41B-53DC-4F7E-BCBC-01A8AEA297FB}" dt="2026-10-05T13:27:43.664" v="309" actId="255"/>
          <ac:spMkLst>
            <pc:docMk/>
            <pc:sldMk cId="2405286114" sldId="259"/>
            <ac:spMk id="5" creationId="{00000000-0000-0000-0000-000000000000}"/>
          </ac:spMkLst>
        </pc:spChg>
        <pc:spChg chg="mod">
          <ac:chgData name="陳仁哲(Gary Chen)" userId="de8ff3f4-4c64-47ed-a98e-f0b03de0dded" providerId="ADAL" clId="{E205C41B-53DC-4F7E-BCBC-01A8AEA297FB}" dt="2026-10-05T13:26:53.285" v="302" actId="20577"/>
          <ac:spMkLst>
            <pc:docMk/>
            <pc:sldMk cId="2405286114" sldId="259"/>
            <ac:spMk id="6" creationId="{C6C55D01-43B8-2689-3EF4-1F1B2A3DC9B6}"/>
          </ac:spMkLst>
        </pc:spChg>
        <pc:spChg chg="mod">
          <ac:chgData name="陳仁哲(Gary Chen)" userId="de8ff3f4-4c64-47ed-a98e-f0b03de0dded" providerId="ADAL" clId="{E205C41B-53DC-4F7E-BCBC-01A8AEA297FB}" dt="2026-10-05T13:27:10.097" v="306" actId="20577"/>
          <ac:spMkLst>
            <pc:docMk/>
            <pc:sldMk cId="2405286114" sldId="259"/>
            <ac:spMk id="8" creationId="{68DC9D5B-CF8E-F01E-D7CD-8CCEB879766F}"/>
          </ac:spMkLst>
        </pc:spChg>
        <pc:graphicFrameChg chg="modGraphic">
          <ac:chgData name="陳仁哲(Gary Chen)" userId="de8ff3f4-4c64-47ed-a98e-f0b03de0dded" providerId="ADAL" clId="{E205C41B-53DC-4F7E-BCBC-01A8AEA297FB}" dt="2026-10-05T13:27:26.068" v="307" actId="255"/>
          <ac:graphicFrameMkLst>
            <pc:docMk/>
            <pc:sldMk cId="2405286114" sldId="259"/>
            <ac:graphicFrameMk id="2" creationId="{00000000-0000-0000-0000-000000000000}"/>
          </ac:graphicFrameMkLst>
        </pc:graphicFrameChg>
        <pc:graphicFrameChg chg="modGraphic">
          <ac:chgData name="陳仁哲(Gary Chen)" userId="de8ff3f4-4c64-47ed-a98e-f0b03de0dded" providerId="ADAL" clId="{E205C41B-53DC-4F7E-BCBC-01A8AEA297FB}" dt="2026-10-05T13:27:36.761" v="308" actId="255"/>
          <ac:graphicFrameMkLst>
            <pc:docMk/>
            <pc:sldMk cId="2405286114" sldId="259"/>
            <ac:graphicFrameMk id="7" creationId="{00000000-0000-0000-0000-000000000000}"/>
          </ac:graphicFrameMkLst>
        </pc:graphicFrameChg>
      </pc:sldChg>
      <pc:sldChg chg="modSp mod">
        <pc:chgData name="陳仁哲(Gary Chen)" userId="de8ff3f4-4c64-47ed-a98e-f0b03de0dded" providerId="ADAL" clId="{E205C41B-53DC-4F7E-BCBC-01A8AEA297FB}" dt="2026-10-05T13:33:27.600" v="311" actId="255"/>
        <pc:sldMkLst>
          <pc:docMk/>
          <pc:sldMk cId="2405286114" sldId="260"/>
        </pc:sldMkLst>
        <pc:spChg chg="mod">
          <ac:chgData name="陳仁哲(Gary Chen)" userId="de8ff3f4-4c64-47ed-a98e-f0b03de0dded" providerId="ADAL" clId="{E205C41B-53DC-4F7E-BCBC-01A8AEA297FB}" dt="2026-10-05T13:33:15.600" v="310" actId="255"/>
          <ac:spMkLst>
            <pc:docMk/>
            <pc:sldMk cId="2405286114" sldId="260"/>
            <ac:spMk id="2" creationId="{00000000-0000-0000-0000-000000000000}"/>
          </ac:spMkLst>
        </pc:spChg>
        <pc:spChg chg="mod">
          <ac:chgData name="陳仁哲(Gary Chen)" userId="de8ff3f4-4c64-47ed-a98e-f0b03de0dded" providerId="ADAL" clId="{E205C41B-53DC-4F7E-BCBC-01A8AEA297FB}" dt="2026-10-05T13:33:15.600" v="310" actId="255"/>
          <ac:spMkLst>
            <pc:docMk/>
            <pc:sldMk cId="2405286114" sldId="260"/>
            <ac:spMk id="7" creationId="{00000000-0000-0000-0000-000000000000}"/>
          </ac:spMkLst>
        </pc:spChg>
        <pc:graphicFrameChg chg="modGraphic">
          <ac:chgData name="陳仁哲(Gary Chen)" userId="de8ff3f4-4c64-47ed-a98e-f0b03de0dded" providerId="ADAL" clId="{E205C41B-53DC-4F7E-BCBC-01A8AEA297FB}" dt="2026-10-05T13:33:27.600" v="311" actId="255"/>
          <ac:graphicFrameMkLst>
            <pc:docMk/>
            <pc:sldMk cId="2405286114" sldId="260"/>
            <ac:graphicFrameMk id="5" creationId="{00000000-0000-0000-0000-000000000000}"/>
          </ac:graphicFrameMkLst>
        </pc:graphicFrameChg>
      </pc:sldChg>
      <pc:sldChg chg="modSp mod">
        <pc:chgData name="陳仁哲(Gary Chen)" userId="de8ff3f4-4c64-47ed-a98e-f0b03de0dded" providerId="ADAL" clId="{E205C41B-53DC-4F7E-BCBC-01A8AEA297FB}" dt="2026-10-05T14:06:36.016" v="394" actId="20577"/>
        <pc:sldMkLst>
          <pc:docMk/>
          <pc:sldMk cId="2405286114" sldId="261"/>
        </pc:sldMkLst>
        <pc:graphicFrameChg chg="mod modGraphic">
          <ac:chgData name="陳仁哲(Gary Chen)" userId="de8ff3f4-4c64-47ed-a98e-f0b03de0dded" providerId="ADAL" clId="{E205C41B-53DC-4F7E-BCBC-01A8AEA297FB}" dt="2026-10-05T14:06:36.016" v="394" actId="20577"/>
          <ac:graphicFrameMkLst>
            <pc:docMk/>
            <pc:sldMk cId="2405286114" sldId="261"/>
            <ac:graphicFrameMk id="2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應用系統、管理介面</a:t>
            </a:r>
            <a:r>
              <a:rPr lang="en-US" altLang="zh-TW" sz="1600" dirty="0"/>
              <a:t>(</a:t>
            </a:r>
            <a:r>
              <a:rPr lang="zh-TW" altLang="en-US" sz="1600" dirty="0"/>
              <a:t>C3</a:t>
            </a:r>
            <a:r>
              <a:rPr lang="en-US" altLang="zh-TW" sz="1600" dirty="0"/>
              <a:t>)</a:t>
            </a:r>
            <a:r>
              <a:rPr lang="zh-TW" altLang="en-US" sz="1600" dirty="0"/>
              <a:t>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e6833097-a692-44e7-9537-c35be89721f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739844"/>
              </p:ext>
            </p:extLst>
          </p:nvPr>
        </p:nvGraphicFramePr>
        <p:xfrm>
          <a:off x="548640" y="1685050"/>
          <a:ext cx="11091672" cy="29697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</a:t>
                      </a:r>
                      <a:endParaRPr lang="en-US" altLang="zh-TW" sz="1350" dirty="0">
                        <a:solidFill>
                          <a:srgbClr val="1A1A1A"/>
                        </a:solidFill>
                        <a:latin typeface="微軟正黑體" pitchFamily="34" charset="0"/>
                        <a:ea typeface="微軟正黑體" pitchFamily="34" charset="-122"/>
                        <a:cs typeface="微軟正黑體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</a:t>
                      </a:r>
                      <a:endParaRPr lang="en-US" altLang="zh-TW" sz="1350" dirty="0">
                        <a:solidFill>
                          <a:srgbClr val="1A1A1A"/>
                        </a:solidFill>
                        <a:latin typeface="微軟正黑體" pitchFamily="34" charset="0"/>
                        <a:ea typeface="微軟正黑體" pitchFamily="34" charset="-122"/>
                        <a:cs typeface="微軟正黑體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只授權指定的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broker:Kafka 內;</a:t>
                      </a:r>
                      <a:endParaRPr lang="en-US" altLang="zh-TW" sz="1350" dirty="0">
                        <a:solidFill>
                          <a:srgbClr val="1A1A1A"/>
                        </a:solidFill>
                        <a:latin typeface="微軟正黑體" pitchFamily="34" charset="0"/>
                        <a:ea typeface="微軟正黑體" pitchFamily="34" charset="-122"/>
                        <a:cs typeface="微軟正黑體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zh-TW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Proxy:</a:t>
                      </a: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 </a:t>
                      </a:r>
                      <a:r>
                        <a:rPr lang="en-US" altLang="zh-TW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</a:t>
                      </a: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r>
                        <a:rPr lang="en-US" altLang="zh-TW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)</a:t>
                      </a: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內部帳號;</a:t>
                      </a:r>
                      <a:endParaRPr lang="en-US" altLang="zh-TW" sz="1350" dirty="0">
                        <a:solidFill>
                          <a:srgbClr val="1A1A1A"/>
                        </a:solidFill>
                        <a:latin typeface="微軟正黑體" pitchFamily="34" charset="0"/>
                        <a:ea typeface="微軟正黑體" pitchFamily="34" charset="-122"/>
                        <a:cs typeface="微軟正黑體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user;</a:t>
                      </a:r>
                      <a:endParaRPr lang="en-US" altLang="zh-TW" sz="1350" dirty="0">
                        <a:solidFill>
                          <a:srgbClr val="1A1A1A"/>
                        </a:solidFill>
                        <a:latin typeface="微軟正黑體" pitchFamily="34" charset="0"/>
                        <a:ea typeface="微軟正黑體" pitchFamily="34" charset="-122"/>
                        <a:cs typeface="微軟正黑體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內與設定檔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ea452e54-c182-448d-97da-b895115c299d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e003d1b2-64b6-494a-b7d7-2b1b796098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26420"/>
              </p:ext>
            </p:extLst>
          </p:nvPr>
        </p:nvGraphicFramePr>
        <p:xfrm>
          <a:off x="548640" y="1685050"/>
          <a:ext cx="11091672" cy="4216453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</a:t>
                      </a:r>
                      <a:endParaRPr lang="en-US" altLang="zh-TW" sz="1600" dirty="0">
                        <a:solidFill>
                          <a:srgbClr val="1A1A1A"/>
                        </a:solidFill>
                        <a:latin typeface="微軟正黑體" pitchFamily="34" charset="0"/>
                        <a:ea typeface="微軟正黑體" pitchFamily="34" charset="-122"/>
                        <a:cs typeface="微軟正黑體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寫資料:DeveloperWrite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只開放應用系統的 topic 與 consumer group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</a:t>
                      </a:r>
                      <a:endParaRPr lang="en-US" altLang="zh-TW" sz="1600" dirty="0">
                        <a:solidFill>
                          <a:srgbClr val="1A1A1A"/>
                        </a:solidFill>
                        <a:latin typeface="微軟正黑體" pitchFamily="34" charset="0"/>
                        <a:ea typeface="微軟正黑體" pitchFamily="34" charset="-122"/>
                        <a:cs typeface="微軟正黑體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新系統上線申請帳號號並綁定可存取資源</a:t>
                      </a:r>
                      <a:r>
                        <a:rPr lang="en-US" altLang="zh-TW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(topic) </a:t>
                      </a: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的 role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</a:t>
                      </a:r>
                      <a:endParaRPr lang="en-US" altLang="zh-TW" sz="1600" dirty="0">
                        <a:solidFill>
                          <a:srgbClr val="1A1A1A"/>
                        </a:solidFill>
                        <a:latin typeface="微軟正黑體" pitchFamily="34" charset="0"/>
                        <a:ea typeface="微軟正黑體" pitchFamily="34" charset="-122"/>
                        <a:cs typeface="微軟正黑體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新系統上線時簽發憑證</a:t>
                      </a:r>
                      <a:r>
                        <a:rPr lang="en-US" altLang="zh-TW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,</a:t>
                      </a: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綁定可存取資源</a:t>
                      </a:r>
                      <a:r>
                        <a:rPr lang="en-US" altLang="zh-TW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(topic) </a:t>
                      </a: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的 role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charset="0"/>
                        </a:rPr>
                        <a:t>密碼管理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於 </a:t>
                      </a:r>
                      <a:r>
                        <a:rPr lang="en-US" altLang="zh-TW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</a:t>
                      </a: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依據憑證效期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管理介面</a:t>
            </a:r>
            <a:r>
              <a:rPr lang="en-US" altLang="zh-TW" sz="2800" dirty="0"/>
              <a:t>(</a:t>
            </a:r>
            <a:r>
              <a:rPr lang="zh-TW" altLang="en-US" sz="2800" dirty="0"/>
              <a:t>C3</a:t>
            </a:r>
            <a:r>
              <a:rPr lang="en-US" altLang="zh-TW" sz="2800" dirty="0"/>
              <a:t>)</a:t>
            </a:r>
            <a:r>
              <a:rPr lang="zh-TW" altLang="en-US" sz="2800" dirty="0"/>
              <a:t>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帳號認證 </a:t>
            </a:r>
            <a:r>
              <a:rPr lang="en-US" altLang="zh-TW" sz="1600" dirty="0"/>
              <a:t>+</a:t>
            </a:r>
            <a:r>
              <a:rPr lang="zh-TW" altLang="en-US" sz="1600" dirty="0"/>
              <a:t> AD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515bbfaf-04ae-415f-a024-0f2662fbaaf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41326"/>
              </p:ext>
            </p:extLst>
          </p:nvPr>
        </p:nvGraphicFramePr>
        <p:xfrm>
          <a:off x="548640" y="1685050"/>
          <a:ext cx="11091672" cy="15272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帳號認證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群組對應 RBAC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AD;人員異動只改 AD 群組,Kafka 不用改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b496f68f-f4d2-4dd3-b6e5-a270a078de01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600" dirty="0"/>
          </a:p>
        </p:txBody>
      </p:sp>
      <p:graphicFrame>
        <p:nvGraphicFramePr>
          <p:cNvPr id="7" name="8cd3679e-265e-4799-9edc-c2caa64f66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670698"/>
              </p:ext>
            </p:extLst>
          </p:nvPr>
        </p:nvGraphicFramePr>
        <p:xfrm>
          <a:off x="548640" y="3636594"/>
          <a:ext cx="11091672" cy="2494583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檢視授權設定、管理 audit 設定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6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元件之間用內部帳號或 client 憑證;全部走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a10a5b93-4037-491c-b31e-95c2c47f7f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845662"/>
              </p:ext>
            </p:extLst>
          </p:nvPr>
        </p:nvGraphicFramePr>
        <p:xfrm>
          <a:off x="548640" y="1685050"/>
          <a:ext cx="11091672" cy="2833981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broker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controller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AD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e067480b-44ab-4aa0-ade6-a5aba2e18683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dirty="0"/>
          </a:p>
        </p:txBody>
      </p:sp>
      <p:sp>
        <p:nvSpPr>
          <p:cNvPr id="7" name="cbb652d7-e2e4-4f6f-949d-2a2a5bbb0438"/>
          <p:cNvSpPr/>
          <p:nvPr/>
        </p:nvSpPr>
        <p:spPr>
          <a:xfrm>
            <a:off x="548640" y="526570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帳號管理:建置時設定一次;之後只有更換密碼與憑證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2" name="bb750785-8df0-470e-a7b5-35273eaef3b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001688"/>
              </p:ext>
            </p:extLst>
          </p:nvPr>
        </p:nvGraphicFramePr>
        <p:xfrm>
          <a:off x="174171" y="1685050"/>
          <a:ext cx="11746116" cy="4179383"/>
        </p:xfrm>
        <a:graphic>
          <a:graphicData uri="http://schemas.openxmlformats.org/drawingml/2006/table">
            <a:tbl>
              <a:tblPr/>
              <a:tblGrid>
                <a:gridCol w="4354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0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管理介面對 </a:t>
                      </a:r>
                      <a:r>
                        <a:rPr lang="en-US" altLang="zh-TW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</a:t>
                      </a: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查詢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管裡介面使用者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群組;高權限群組先保持空的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8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6D8F05-3EF5-4272-8592-C532046A55FC}">
  <ds:schemaRefs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81fbc0a5-bf19-4add-b132-07e20741ab60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87643090-462e-4483-8fee-104e11aaa7c6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6704</TotalTime>
  <Words>854</Words>
  <Application>Microsoft Office PowerPoint</Application>
  <PresentationFormat>寬螢幕</PresentationFormat>
  <Paragraphs>142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總覽:三個對象的認證與授權</vt:lpstr>
      <vt:lpstr>應用系統</vt:lpstr>
      <vt:lpstr>管理介面(C3) 使用者</vt:lpstr>
      <vt:lpstr>叢集連線設定</vt:lpstr>
      <vt:lpstr>需要準備的事項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陳仁哲(Gary Chen)</cp:lastModifiedBy>
  <cp:revision>93</cp:revision>
  <dcterms:created xsi:type="dcterms:W3CDTF">2025-04-18T08:33:56Z</dcterms:created>
  <dcterms:modified xsi:type="dcterms:W3CDTF">2026-10-05T14:06:38Z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