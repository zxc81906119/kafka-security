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預設做法是同帳號直接改密碼(見上一頁):client 只改密碼,role binding 不動,缺點是 client 換好之前重新連線會失敗(已連線的不受影響,實測)。新帳號並行用在不能承受任何失敗窗口的服務:建立新帳號並重綁相同 role,client 改帳號與密碼並逐步切換,全部切完後刪舊帳號與舊 binding(ch09 實測;RBAC 綁的是主體名稱,所以新帳號必須重綁)。代價:每次輪替 client 都要改帳號名稱並重啟,不建議作為日常輪替。官方:CFK 認證管理文件對內部帳號與 MDS 的 LDAP bind 帳號的輪替使用新舊並行(新增新帳號、全部元件換好才移除舊的),該文件沒有涵蓋 SCRAM;Apache Kafka 與 Confluent 的 SCRAM 文件都沒有說明密碼輪替流程,所以本頁兩種做法是依實測與客戶條件做的選擇。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20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1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3-created" Type="http://schemas.openxmlformats.org/officeDocument/2006/relationships/image" Target="../media/media63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5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6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3-created" Type="http://schemas.openxmlformats.org/officeDocument/2006/relationships/image" Target="../media/media68.png"/><Relationship Id="rId4-created" Type="http://schemas.openxmlformats.org/officeDocument/2006/relationships/image" Target="../media/media1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3173782b-3d7c-4c75-8e0a-a598f3972874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3d2299c-6abe-438b-a2bd-e1482dddd68c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b83c91e-e2b5-4674-a3c2-ed623c295309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5dfb35c-444e-4422-a9d6-6962ac63dfb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2d4a9b85-042e-49a3-a7ac-c2101aad919e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6ec2ae9e-97af-4890-8953-23f12aacb489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a03ee742-16ab-46df-b242-ed3d3bc6fbb2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94c9a231-c659-404b-8d24-81b8da2ece47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02a49ac4-3dc8-4425-95b5-2d4ee85b18f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1bf6fb73-6943-4671-b712-964e30f3583a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a07c6b8f-2d36-464a-8055-9fc3366764de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9660fe34-bcf8-4738-a881-5a64d85da4c6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6864d075-041d-47e8-944f-b1d5c1c273d7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df09c8e9-843b-42fe-a05d-d833aa4077a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39ab3594-a57c-4af1-8148-2592a89883e3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1356816d-d41a-48e3-96fb-3a6d02bfd3c2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1bf76c3b-f308-49a7-ace6-7bb5f9906e16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34610785-da2c-4164-afac-90dd08e3c6e9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94c4c353-bd7a-4669-a9ed-ef01b210c95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9c69a289-8bf1-487d-b00e-7f8d4dca991f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7a3d7894-b246-4887-968b-49460db310e9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bb8d31bc-69cf-4178-a675-3c5b871eb553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3b7f2872-b3a5-40a5-b2e7-700ab9f2059f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3c296f3a-ce75-4487-bd95-bd4a4ec0ec2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65aeb00d-9338-4486-90f6-8b34ae94c475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cc9c480c-d7cc-4f05-a533-01ec7c69d6ec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c0f8bcf4-ddaf-4e12-9f83-882ec599634f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437a76a7-a201-4965-98e1-a3af425316ab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54af94e4-d510-4255-b958-ff731bbe2b6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464421d7-2ac4-4150-9d21-25ea09fa5eb3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c31ace3d-1581-4fe0-8c9b-e02f3631c0a7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93e0d89-0dc5-4858-898f-b0fb3c2e4d34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eae4491-b159-40a2-926a-24dc7079a3a8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7077fbe0-11cf-49f8-85e0-4d148ffd2cc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32d7a959-ae56-4a1e-8fca-dc39c6dd5c9a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0fc3522c-6ae2-4827-91a5-3e320d80572d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985cb6fc-4788-4127-83f4-9243527bdb13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bd13fcd7-75c8-4359-ab08-6f252581fbd1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cffe2fec-67e3-4a5f-9107-6d8e0f14629c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904583e8-2158-4f03-a2aa-ecafc94c74c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483eabbd-0eec-4379-af57-5a7975666c37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6903a47a-9ae0-45d4-b78f-f242f9806c75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13d3dc1a-54bb-4490-8873-113cac8b7da1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784d9fea-07d9-49c2-9828-a0827b3c3165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686063d0-f8e3-402a-80b7-949089d179de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5e664e01-a64f-407b-9000-49f03783fc4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09cf878d-9890-4f20-a558-eede2b9b3976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2ad7d28a-7fe8-4702-a6c9-637a0d0e018a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23749f7d-224b-4941-a22c-d7909a56752f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361855a3-2ebc-4424-91d5-ce72d3b00e8b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772b41c4-e6e9-47cb-8ed3-1619145fd39e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6fd7522c-affc-4f52-a428-5948e091ba0a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b129e09-7ce1-455d-a741-be24cbf64249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ddf9497-3adb-4c03-bd5b-b4da411704cc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864d51e-2bfd-4766-aa51-ba56d81ef9a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f214795e-56c3-40b6-ba43-2277e52bc033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ff1f4587-ca52-4dee-9438-25b3f30facb8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1397af49-29b9-4e96-82af-ed935d15c208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a6611d55-02fa-4645-8f7a-9d250f8e87e0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ec3a7afc-c8ff-4f66-a3a1-d2ba78cf902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7c611463-691d-43c5-b836-254dbbcadc49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19b6fc32-48ee-47d9-be0a-8384549a90a0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97b67f59-d92d-469e-a454-46b26d84d0f3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65a43ea1-0c96-4ee9-9c2b-abcae5568c0b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13a5ce5c-5510-4618-b202-aeac392c83c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a32b540d-d93d-463a-8ec4-58fac3adb607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9be91ffa-c8e8-4b65-b0f9-a1f3474525cf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3e64d370-43b8-4ad6-bea3-da15710de945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4ddcf77f-c9a7-47d9-af9d-808e086e7407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af27b580-96dd-49e0-9c55-ca4bed1ca7f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27622da6-bdde-4891-b496-9a5e45ba0040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ba434501-d189-407f-be72-2eb7277b15a0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0741c3e7-6bed-43a2-9b37-6b064ee8d644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bba600bc-2843-4696-8fd4-2dbee99d699d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42b7a967-392c-4957-879a-d2214b9a07a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0471a3e5-00c5-48e9-8c1a-f859c08227f6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3b8a3c33-fceb-42d3-b82c-e687872450d9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b4a39a4e-5977-49d3-9352-3ba11db27ae0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77d4df06-091e-4024-859d-a3287180e15f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97c564e2-d6a7-4365-84cb-e179cbd0499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2439246b-8ae1-4bd7-9b21-7ab2a1c3a677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9647f98d-7203-413c-a8c3-c81541677d34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e2b60ed7-5531-4184-a6bd-54191c47682f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6409b329-86ee-4193-b42c-223c0a8e4566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8343f4a9-aab2-43f7-8b4f-4ac0fad46281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6123f80a-5d67-4335-ac83-6ea105dd3adf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8c2519b0-bd8e-4c1d-8fcb-bdca73e1d750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0a3e9bbe-5d20-4760-9198-9422d4889143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faa8778e-1fe3-4b43-8ddf-a3e32b2a8107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1470be92-b3a0-4987-862e-5136f19c394b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46fae8d7-bac2-4812-87ae-ae4ddcd84a7c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ee8d2db5-5fd3-4c03-a6fd-348a9e83ad28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e0e384d2-cfc7-4af5-9ab5-4662b0e22c57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28b2f0cc-82bb-4bc0-bb73-cca253b322f9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4949fbc0-d4b4-46fd-9d51-c27bd2bdfb81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6ae29866-bd80-463e-97e6-c57f11835ba7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99f250b6-4431-4c9a-89f0-84e372731dfb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71f5264-1873-4fa0-9f03-76805090559b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1952d16b-3925-4bad-9e50-2ffaf6b84a8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33a084c6-aa6c-41b4-8835-0cb8b45c99e3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e8759e5b-3300-417e-af89-1b65134124ed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5f5fa94d-f614-4948-b4c4-17aeb966461c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176be4a8-1efd-46f8-8254-b30e02b4b493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1be118a2-4f4f-4d81-82e3-5c96946d08ff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1b5860ec-8124-45ce-99e6-a6a30d90447e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6701975f-19ec-48a0-98c6-bb2e6c1e6599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9639d79e-1e7b-413e-95ca-f80ebaecd9ea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610acb0a-15c5-41d4-9de1-c400e5cabc9b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c2105047-6f73-42f4-bfc5-51192661a07b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a1a2f22c-fd5c-471c-84c6-614bdaee91e7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ff13fbcf-1093-463b-8989-efa69373411e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8098d9fd-36c1-4f56-a0e8-6c0e1345f3a6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3aef9853-5150-4872-83ff-97773c55f252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e1450e10-af93-416d-a0cb-b64b652f3456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4fb0f66c-75f1-4899-843c-3f2b80b036b8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d61c2865-aba6-4434-ba04-a6d4ec1b93c6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1c60d3ce-a48d-46d9-b4d7-b3a9b601ed9b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d1f4778c-4fef-41b5-a040-67ceea8abac2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8665b926-f0fc-4d15-83ac-29b56fcee91a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987eec56-83c5-4fb4-b9d3-a21622812a01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c837bea4-9fa5-4e40-baa5-6aed4cf61835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bf8965f2-baca-4539-af40-91c849ef25ae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db54ab89-0b1a-4175-a12a-13a0a27c2b5c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60eb4569-e95a-4f80-bc6b-eb2a7df17110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53bd05ea-801e-442c-bf98-80516328b253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c2d884ca-acb4-4e3e-9d64-b19d92b94fa0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44743dc-30c6-49f1-822f-b9a0ac630c21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2629ceb3-baed-400f-9d23-73d12d2f3a97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6b6384c4-4511-4c79-bf78-4c572b1db15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aee73d62-a3f4-4779-b28a-5154bed5c02a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504f7b1a-e3c8-4687-b54e-ce8a4378de53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fc515db3-2479-4b2a-84db-52b58f1edf06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8e0978f8-291e-48c5-83a5-7c1d0389ff64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858b2e92-7267-4b85-baaf-a1aa877ee088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bee386c5-a7e9-4518-9508-29da8831aeac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9202dfc4-402b-4198-bc8b-e4b164658c33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37367f22-0fbd-413b-94c1-532dcc25ed05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6a0c71c8-d00f-446b-b05c-c84c8499a69a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9454118b-6716-4ac4-b443-0be78f5e2086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c1a45ef6-fb55-4b40-80e2-848a5b7a310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b284cfd1-2d45-4d4b-b5d3-d61f646f6b32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64704e34-6820-43b4-973a-cb059005aa61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1ab7fbf1-3678-4487-8c7c-fa1490cebc35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33c0aa0d-d55d-4d10-9b23-ec1ef59fe9c9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5c5eadf0-0aaa-4622-8cbc-eb8b9f1ae5d4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c947f31b-37f4-4625-92c7-9b71db4fd54e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91faddca-2168-45fa-8ec2-5e64749088df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dd41e84c-c866-455f-a4b2-921dbfc9b56f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a49de563-8999-435f-b8a4-71785bf711cf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cef8861a-eff6-4ded-a4f4-68c11aa94be7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2e5a4cbf-c6a8-44ad-b612-e2e02a673de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6b575cc7-af36-4177-87e8-b1b868cf23e1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c3500152-fb74-45ce-999b-6ba02bfd5bc8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cbe76141-960e-42cf-a0cb-8bde185785c3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6b28cfe5-8c84-4156-a00b-cbe79c3d5247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b21107c4-f3d2-433c-84f9-e6026f494c0b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c77e6c1b-f6b7-4858-bd1a-e74f7c09db51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6d0eee7e-6439-4b21-ae01-5d8ef7b8960a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ff0edfd1-5cab-459b-9b6e-88552f3def19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380874f1-6a53-4888-a0ad-6e5da899858f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64c4f48c-680c-4fff-87be-219608c31ee8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1ea6e3d3-6e12-421e-8511-be052d4988ef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4ce9a5e5-0415-40d1-9630-be7fcb937e97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330a99b1-7012-48a4-baa2-24cac6a4afbc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fad8f75-f51c-4439-b731-e6717a98e949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c11ef2ac-cad4-4729-8895-3975f5579fe9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51295555-f32e-487e-8bd9-62715ee5d088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c3f1d63a-38e6-4405-b138-1e616db1dc78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0ddebea1-83c9-4bd5-9bd0-6d132485b86a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07ef73c7-4b28-4692-913b-0ae64c9207a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c83ec488-fcc6-4200-b669-9c0b8cc47d91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0b91ec36-8d9e-488b-97e8-bba353dbb905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52f2047d-b13a-44ca-a9ce-ee5017c6b5d6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9ea519ec-2b6e-4133-a1c7-ed75816a4569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6d08c0f6-7334-47ae-829d-ea1668481471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67915d1f-c4a7-46f6-84fc-616f879fc7af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9143dd7f-873c-46ac-95c4-8612ea46404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17afb5d9-a949-4db6-b5e1-2ecd1da3ca8e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1c9fc762-8016-478b-8f2a-016cc85cb0f4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03e8d373-a0b6-4f64-b003-bf75058130a5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ab98f31c-c7a4-4ac5-bf4f-5a520507a415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96c855c7-2fe1-410f-8b20-3f8e78c5f8f1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fcda8e13-1181-4208-bab2-38f21ad26acf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4805573d-4726-4f53-a5fd-9f375d69727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1e78a80b-c328-4351-a622-d98886269bd5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6760479c-8c8a-4f04-b9e4-807554f5a9f5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c311a885-ff85-4abc-ad66-a304be96b4bc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3e56a104-be7f-45b4-b944-4802934f030a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37e67ade-c12c-45c3-89b8-ec0fe097d3a8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d85fe6e2-1652-46cf-9442-16e313b757ed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5f819174-ddd0-4ae6-82a7-39455990be0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bfb7a1ac-2733-49e7-aefa-f0e54bcc27ec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05c386fd-b8d2-4140-93ab-fa4825a2e5c6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9e9ad325-1f76-40bc-a5ad-04b889b93f99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b23cbfd8-c4b2-434c-9bb6-273cbf5b37b3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671503d6-43a8-4337-97e2-9b54a504915b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1b80a965-439b-4872-bf4b-f791a1e837a1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1990651c-dac7-4ae6-8001-8743765b440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28f9da30-6f2b-4f9b-b822-3558be72e000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d3f986e8-55a6-4e6a-a8b7-535dfaa0f9de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b3833546-4247-44e1-9700-8a30d767cf3d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22689e35-9b4b-4222-b673-34d34c844c2d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d5e87f42-b382-43af-a8d4-5d50f18df78d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9d005206-f3e3-44fd-bae2-a5b64471d338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7c2694fb-811d-4c2b-b810-ce762704130c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435c519-9a2f-48c3-b564-c1b158cd3dcb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73fa3dfc-4727-4927-a2f5-949cabe216d5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b3946af0-a25c-4557-bea0-5c306c5d871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576200f3-2046-4999-8d96-80d0d5949fc5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31908ce7-e134-4bc6-89ee-9866a15ae097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23f50dac-0815-4efe-a93b-d7c27997f44c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0d716380-3ad0-4bec-8383-daf5deb4d49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55336240-565c-4e63-9529-56406071faab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05fa64ca-7bd3-4a27-868f-5837f1eae6be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0ca9d75c-06d0-4056-b71d-f94cb6a5e402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d8a6313b-3f15-421f-8eaf-d0c67ae1b25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3bfa5396-34fe-49ae-8415-3082cb01aa8b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5f29de7f-69e4-4dec-95d7-5a6cd1fa8a30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bb07414e-9919-4079-b475-c2249eb0fce0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4f83d23c-d460-4273-b8da-79761ea8d2f5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b81aeb1e-2bca-4c56-b368-55c3164ed246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e00df4c0-025f-4a0d-8747-65dab7f00df0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2e646795-2a94-464a-979f-c0ac2db3bd07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4eb14df6-dabd-42c5-8361-7ac8ca3165c7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472f20c8-be56-4f87-a53d-22747d9546d3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574ae066-cdcb-40ce-99f4-963293507b85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d19ac1ba-aab1-4ef0-b52f-1c41360bfdf9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644ba26e-f717-437f-93a3-4a8260579019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2db5cc90-feeb-4396-8b7f-70089b230cf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13a5eef4-493d-47ac-8804-4eb47afca894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0f69656e-bd52-4cf7-80cf-c8d7341f89b5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936b054e-d97d-44ed-866c-14f73feb584a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5cdd909c-d12e-45ae-a887-78bd524c6e1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52a75203-28b7-439e-b1c9-872112aecdb0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beaf533f-1860-404d-a9f1-110527588833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bf036c1-5c7a-4d92-a28c-11b564458e52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e8bc44e-e791-4cea-8e00-4e7a31c6f79b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74206d25-517b-4a0c-9a20-7da5090b206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a7094fcb-4a8b-44d4-961c-e00ffc2d47a6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181e58e8-7a5a-424f-a126-35426453af47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59331a74-9f55-4e39-9d3d-d3b24d2a8305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c8a66d05-d8d2-48a3-acee-a9d06959d623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876096d2-bdea-4556-9ce8-b775e85e6a6c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0bd72da0-2c7e-440d-901d-ebedfd409bf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a85e3ef9-a1ce-46db-ba5a-0b1f9b388a86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713fad78-5bca-4d94-b6eb-8e22eb078c99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6a93ddbe-c29d-4925-82bd-c00633a53de9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8764fdcd-e812-4bae-95c1-5a4db597e8be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2898c4f5-0f1f-4743-93fd-cd6cca478bc8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445628c3-d2f3-40ad-85aa-b33e33f1d59e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e0d79e97-dfcd-4e35-b58a-645cfb336ee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2f851f9c-20cb-4dd4-8eb6-72e591238543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8355ceec-47a4-4742-8bb1-a2b0f69b0b51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5bfe95e9-4a71-4d55-b9fe-14fe746a1790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ab7022ae-f0a7-42da-b4e8-69abdd6f5107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30950f0f-6aef-42f5-99c2-f5f1eb0b1379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b4c67b2d-4503-4fe5-8549-7bd03c658d70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635fdc6e-1dce-4bc7-b547-2e90f96cec6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7e97ac76-2ebc-47ab-b15a-458396875d7e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4e2171cf-42ea-4138-80bc-b79bb51ceb75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e2712513-18eb-4a29-b715-a825a161a106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52d6742c-d2bd-4148-a264-e9cb76709bb5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b0af4eb5-644e-4baf-b7ac-b1eea2e35318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fa947b4-6879-4313-963c-b53f2373a994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1f51afa5-6401-4d87-aba4-2fa155992df0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58086ca1-24b9-4742-8e0a-826f08bfc80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7533dd8c-7722-40b4-9a87-1044209312c8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a70955d5-5810-4b86-83cd-07cc83da8ab9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cf0ed582-bc1b-4a0d-8015-38a288ae720d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86008954-0b11-4c0c-a5d7-85ea35f776b3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641c4a72-ecc0-4fbb-b1ca-2133f01e77d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6c4f45a6-26a0-4b89-a658-388e685d985c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06cef053-3dbf-473f-855f-ce5906a9788e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098592f7-3e10-4adb-85fc-b527363fa4bb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f87888f-86b8-4fb9-908a-c4ccd0c0df17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efc9a52e-deb9-49dc-bce4-7e04719a156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36f17fb7-98f5-4afa-9af4-daad597f173a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98d5edd3-3938-408e-99fc-5d71af0adaa2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e7e25462-ea1d-4425-a083-7d67bccf15a9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9456a54c-3abd-49d2-baa1-613060e41741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9575ef9a-af3e-4243-890a-d92ed32a3f5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b74e8436-fa6a-4b37-ae1e-3eaf423c02ef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851cdd83-96cb-408a-a65b-6376529f16a5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99bface9-afd7-4ab0-8ee0-cc16d1e0b214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9b56b50f-73c3-4d0c-8f34-ffd81aa7be11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2f89dc7a-57bc-4d33-8a77-53ea887509f1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023a8d8f-273b-4ece-9db6-f9f8cdc10cce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3b0e07a5-c160-4ae2-8267-efaa26f306cb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1d590bf1-6ef1-40d2-9403-6a8d2bcab5b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b2b7e7ac-a3aa-40d4-9c10-af9ef4391f2a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c34dfed7-cd4c-42b8-862c-bcb2c4469a9d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73e3f9e3-18b8-4e8a-b06a-d301e5546b47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48153f08-831a-4e76-98ee-0d82e296b458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99c4421b-d3b9-4b12-b7c5-83bee85d2fb4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2432b51a-1f67-4880-b521-aafbc57d0929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bc154400-e02f-4ad8-b76d-e34f397ce3dc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37b45b93-24cf-42e7-ac98-cc58921a04a6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1132663f-9794-4ebe-8aa0-f043c2c28a4f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27c7bc91-3325-4bc8-9cbd-276bd1e91f3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56e0194d-9999-4bf8-bfdc-bcc6764b5afd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903458a-b489-4ac8-8070-dc82b7ce7e56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191a04ea-0887-49a0-b9bb-102966557968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4048195a-1445-4780-89ee-f0f8fa465f9f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20161ef2-86cf-46cb-898a-422c90308253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ba24da36-c436-4cfb-b698-ac43830145a7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7f2ef65d-2186-45a6-b361-b72d930f4d42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63a8343f-5224-4e55-9069-2b6e008475b9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ef93b15b-eaff-45ef-a9cd-21b95dce510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487ce1f0-4232-4888-9614-a1db3178e8e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cac8ced4-0d70-46d2-95cb-aa879d24782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31695f33-c65e-49bc-bcd7-bbc304ececf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83361192-2929-4d9d-9b82-750bb512b38f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c636e9be-9321-4844-9243-f3219ee9f4e4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16ded962-6d5b-49ed-ac55-c9ea0c9360c6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c26e74a6-4f63-4e33-9393-54f2fd5f963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46926cdc-5010-4c99-a470-c96d103a936f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b4db06d4-5c5c-4562-ba30-20a502a50132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d6910acc-df7e-4b1c-b12f-3502adb04aee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0bb6c78d-398f-45b7-a78e-74018ea2dd63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449f7a8c-b3c3-4b14-80e0-8df3265259ba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d4c230da-0cc5-4d73-abc2-278b555775ae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f868983c-5646-47d7-a26b-9600dc6685a8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7f167e53-2f59-438a-b27d-4fb7af313db7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b012f7a9-8b54-41d4-a33d-28d7bf620e98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cd9396dc-7bc7-4956-b7eb-37a94bc42773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a8176b59-70fd-4a30-9e1b-b8252350d136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dda5c6b6-7144-4b63-b3a5-37d27bf1fe02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e46d3370-c9ea-40fb-b1f5-8cf43aac6978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2ed78550-81f1-46f6-9485-721ef843ded6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997a998c-7397-4872-ab9f-c3f9322d72ac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b7fea032-6a25-4e72-a1aa-2579d21aa40d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e475124e-9e96-41b3-8f43-80d7386c6d83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d5b986c7-8945-41e0-93fa-17411f9833c0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7b917b5b-9477-4a12-a580-4406cb750481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86ca28ed-e67e-4156-9aef-9139ca5a9350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902a6c05-3b30-49e4-a93f-611cc01ecdce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c3502ad9-cd73-462f-96c6-d533616c8a76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3d17e8e2-1bbd-4a46-a48f-64819a00282d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7645deee-0155-4805-a2cb-027bd4658ead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42dfec3d-9b5d-4bc6-baa4-94ee3c7a3df0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34d589dd-44a8-43c5-b2ca-4586b6bdf042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d84a106a-cc87-41d5-a11c-91309f6d7940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e7d15be1-bb66-41b5-aa17-41615700f533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7b11148a-3d81-4308-9249-21e7e28fd574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fc0a066e-30c6-48b9-b92b-c57594e1c16f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1b3279e5-d97b-4395-8ab8-8c81bf962cb8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8a968708-9177-4125-92c4-87446fdf9904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dcecdf1-56ec-46a1-a179-7ae2c6b82fe9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53243276-f9d1-4735-9100-56c99efcaffe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e7da9971-6db1-47c4-a88e-25d99ccce888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4a6ed7ef-0348-4d14-9790-29ab827f5c90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75438ff3-a8f3-4f40-a082-7c9b274da49b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cafbaf83-deb7-4249-8673-cc0a1474e9ce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5f1edfa2-8ea6-4894-a851-5f863ae8bd83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300f75c3-4eaa-4b51-91b8-4ebb4c168267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f708aaeb-5585-4d2e-beb3-a34482591f35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483bdadf-8aeb-4a15-9af6-20b7db74e74a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25d8e66d-ae0a-4eb2-958b-d7a99d2bf375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656e1704-7340-4f6e-a90c-31148479b655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2ef22929-0ca8-44ed-86bb-92c5d76e6010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33c06018-dfe1-4a6a-abce-dec3068ba139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f63f146e-abf8-4408-8a80-d911f66ccfad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ea3dba15-2bea-4cc7-96a4-63c4caf35e2d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db851dc0-26ea-47bd-8ee6-46febe0ff7dc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95966c45-e283-4cf7-8c58-a6504f5f9432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f7bf6c49-1fd1-4d67-868e-2895550c6d0e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efd10102-0acc-421a-a0b0-2f4b6159574b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337e2852-01f1-4476-b59f-e8ddedd2dd5f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4d03b885-0f3c-48c5-9603-5280b228ed1a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f17834a8-c155-467b-9b83-20a27d770f62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0fe9c460-b993-48cf-9c7e-3bd42aa78921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c2f868f7-d512-4669-81e7-926d34e95b2d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aa8349b2-73fb-46b7-9fde-d4d6fdd3c5de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7b48f59b-7e94-4582-b3f9-c05bff69cf5c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50a39cf0-2397-4971-b81f-6c4063ae04ed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90019e81-61ac-4291-be95-8c1b12a76eb8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020847a7-40b0-47ce-9627-c27cd6313200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47b00014-06f8-4e92-8ff7-9d38066c31de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94c8c506-2c78-41c7-8b1f-237d0d10381b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7d3d957d-d325-4b3d-ac36-eadde10a7805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d15371d0-b9a5-46c4-8466-525e5d7e0a93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84f0da02-a723-44ab-8734-40be9a9d46af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4f3e8040-a0e4-42f2-bc01-5a5e5d4697e8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9d9f58bd-596b-4d9b-a2a9-05ec1ae388fa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b1e2d2e2-2ca7-43e5-ab3e-f0ce6f2a092f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1ec11e7-a67b-41e7-9087-31e125298b5b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cfec82f-035b-4890-9649-ddb36dcd5141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b8d8f772-e18c-46a6-9d8b-bb2ff6203ac2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1d03f45b-c16d-448d-9b43-4504cf8e0a38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5dafbbfe-e25b-4e8b-b6ed-4204b03e7c4c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96f42825-29b1-4e75-b97d-4d6c9f90b371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ccdf2f01-8d1b-421f-85d3-388c3f57c572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9dd47b31-9326-412a-b5da-6f57f0cb81d3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504291c8-3de7-4939-ae76-480dcc58b529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ed75b5bc-d280-4c69-9ef6-67d818f54c7d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5795912c-5d02-4825-a084-47b3e2505f1e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aed55d0d-7db2-4600-90fb-75e4811f1594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9d28a081-54c9-4c40-966d-0adf447305c9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6ff02f22-cd22-44bb-9b59-ddffebe57c27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7be210af-1601-476f-8fac-68aa1e20798b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57d85948-9cab-40ad-a03c-a54fde3c9da0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2693e841-5e6b-4160-bb60-835acd61074f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a5df60b8-d240-4397-8e36-1767a05302b2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e7e325e1-a542-4562-b535-bc02b423a185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d3cc0121-fbbf-4924-a533-0d32b9d56a24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57d3f8f3-6183-4c65-92a0-eb9b571c9eb0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7c5de9f3-13ce-40b5-a70f-86bc3c0fffd2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c0ead917-9844-49db-929d-23c41ca5b3ab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6f98c4cd-aa2c-4268-8f3a-0e6bb07d93cd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3df4643f-03c5-4bad-a24d-c651e050c2b7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fe980d17-086b-4ae8-b93a-da5d3e2cdeaa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d7c929b2-f4bf-4882-a393-7633c075b83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4355d164-6f5f-417a-b548-c7983412b73f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060bace4-a368-4cfd-8b01-a0441525c579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1ec2e43c-ed9b-44e5-8745-41c838a35e55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4c4226e0-2d6a-417a-9202-a31cff0130a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53859267-462a-4941-af70-cd3bc4f85219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b28e7031-da6e-4143-9116-e483abb4a0d6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4ee39099-9d94-42f8-bafa-1e4a39108948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b6b714df-3263-4c4f-907a-5817040fe35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cddf34e5-1fa1-4faf-a5e6-4d19e3be5e00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eb4b2bc7-56f9-4c60-b9d9-6db784125193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52b89133-4144-46c3-8bba-fbf5b55cbaf5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229ef380-ae28-4d10-bb8f-c5d40d7197ca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fd8bb446-d3b3-4ab6-9ef8-80a3d7511c02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ded8be03-37c4-4c21-8ab6-28091dba3957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8f4e3357-9b05-4247-8341-ddc42c967684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5ac550bc-4257-4d2a-ab89-3a67fa244751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06105d69-db3e-48f6-8dd9-7b25d9fa6d70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SCRAM 輪替:兩種做法怎麼選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日常用同帳號改密碼,特例才用新帳號並行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5" name="ce28ba0c-73ff-4a34-b82f-df2b56aa7b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同帳號改密碼(預設)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新帳號並行(特例)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要改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 + 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role binding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不用動(帳號名稱不變)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新帳號要重綁相同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重新連線失敗窗口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有:client 換好之前,重新連線會失敗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無:新舊帳號同時有效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日常輪替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不能承受任何失敗窗口的服務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a84a7adf-ce3d-4181-9724-cd771f3d5677"/>
          <p:cNvSpPr/>
          <p:nvPr/>
        </p:nvSpPr>
        <p:spPr>
          <a:xfrm>
            <a:off x="548640" y="4060842"/>
            <a:ext cx="11091672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新帳號並行怎麼做</a:t>
            </a:r>
            <a:endParaRPr lang="en-US" sz="1300" dirty="0"/>
          </a:p>
        </p:txBody>
      </p:sp>
      <p:sp>
        <p:nvSpPr>
          <p:cNvPr id="4" name="1ee7e91d-47cc-426a-9b43-db3b857cfe13"/>
          <p:cNvSpPr/>
          <p:nvPr/>
        </p:nvSpPr>
        <p:spPr>
          <a:xfrm>
            <a:off x="548640" y="4400241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5" name="954d9120-d48d-4c10-bbc7-d977fea63b24"/>
          <p:cNvSpPr/>
          <p:nvPr/>
        </p:nvSpPr>
        <p:spPr>
          <a:xfrm>
            <a:off x="3063240" y="4578426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" name="597abb88-e25c-4605-b831-d5b9f7237f38"/>
          <p:cNvSpPr/>
          <p:nvPr/>
        </p:nvSpPr>
        <p:spPr>
          <a:xfrm>
            <a:off x="3410712" y="4400241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7" name="ceea7c9b-f3b6-4d9f-8ddf-a0cfdf7fd421"/>
          <p:cNvSpPr/>
          <p:nvPr/>
        </p:nvSpPr>
        <p:spPr>
          <a:xfrm>
            <a:off x="5925312" y="4578426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9546acc8-2a78-48ea-a0a4-82ede08310a1"/>
          <p:cNvSpPr/>
          <p:nvPr/>
        </p:nvSpPr>
        <p:spPr>
          <a:xfrm>
            <a:off x="6272784" y="4400241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client 改帳號與密碼</a:t>
            </a:r>
            <a:endParaRPr lang="en-US" sz="1200" dirty="0"/>
          </a:p>
        </p:txBody>
      </p:sp>
      <p:sp>
        <p:nvSpPr>
          <p:cNvPr id="9" name="c1a90c73-08a7-4abb-beb7-31e34ab462f1"/>
          <p:cNvSpPr/>
          <p:nvPr/>
        </p:nvSpPr>
        <p:spPr>
          <a:xfrm>
            <a:off x="8787384" y="4578426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b0ddf0ed-b80e-4d7d-a933-605fa5bee772"/>
          <p:cNvSpPr/>
          <p:nvPr/>
        </p:nvSpPr>
        <p:spPr>
          <a:xfrm>
            <a:off x="9134856" y="4400241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11" name="61cd948b-7b20-43fa-8a4d-2bd9c4063a98"/>
          <p:cNvSpPr/>
          <p:nvPr/>
        </p:nvSpPr>
        <p:spPr>
          <a:xfrm>
            <a:off x="548640" y="4909339"/>
            <a:ext cx="11091672" cy="526068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文件的並行做法:新增新帳號,新舊同時有效,全部元件換好才移除舊的(內部帳號、MDS bind 帳號);該文件沒有涵蓋 SCRAM</a:t>
            </a:r>
            <a:endParaRPr lang="en-US" sz="1150" dirty="0"/>
          </a:p>
        </p:txBody>
      </p:sp>
      <p:sp>
        <p:nvSpPr>
          <p:cNvPr id="12" name="b47567ce-2a24-4932-80a4-67a6e2e3ea75"/>
          <p:cNvSpPr/>
          <p:nvPr/>
        </p:nvSpPr>
        <p:spPr>
          <a:xfrm>
            <a:off x="548640" y="5588137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日常輪替用同帳號改密碼;只有不能承受失敗窗口的服務,才用新帳號並行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d3c834e-35ab-471c-9a36-7dbb6327252f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f019ba6f-f70a-470d-b6eb-1be69d3f6fbf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0a3bf5c7-25e7-4447-86c2-a19d76e7279a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b9ae0463-9923-4420-beaa-7b35f52d717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a2af26ff-d824-4f89-b50e-b8e80edf49a9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c87c90de-7c5b-4585-921e-5ea6c8cb447b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3e2d391d-e8d7-4098-8c7f-72177c519d68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ea25c7f7-9333-4321-8675-032fe1057c2c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0b3982f9-023f-4914-a641-9331fdff3ee6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ca2ba3fc-4c55-4d69-b5d8-d376780d64e2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d62b673c-d45a-4dfe-be12-a31293fc849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712688e6-f1af-432f-9b8b-31a168eb535d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9f940816-328c-4b91-b3fd-fe5ed8dcb7dc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b6bf9ba2-60be-41ea-ad61-fca26d132fa6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c944a866-6769-4b8a-ab0b-b85f8b5563b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81726161-f604-47f9-a436-f401bf574551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69311ab5-96d5-4678-8735-8df6f9cc48e0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222b33c5-6d96-4d2b-8bd4-0104124d931c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f2c66757-ab76-4591-9ddf-429cfa26516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02c8b08a-a29e-477c-af91-78a964cb85e0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fa7f5223-f1b3-46df-b56a-b7997a633d53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586a83e0-a622-4cf9-8ea8-2fee1f81806c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a155f5c9-9964-4709-a476-9b9352f28ea4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8cd6f1da-cfc5-4fcf-9b61-077971938508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333a25b5-6ee0-4b8b-8daf-cb8d069570e4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486d91f9-d992-45fb-8d60-26f9aa476cf2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26239011-8420-45e4-802e-e81a29527b90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9e1c0660-f1af-4e06-ae22-b4c33c34679a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ec20d657-3d1d-49c8-82e0-538ce98f27e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aa5b2827-e980-4733-9886-c5dfc73f08ec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1ed94fa7-9454-4b4d-9776-a251e5fa8270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22148e48-e73b-4980-8948-8743157c7161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6f3fbc5d-4cd7-4587-8c56-f374bb292bac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47c0676e-7975-4e99-80c6-6a766cf1dbac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293fb8a2-3c17-425a-bf1e-12531809024f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a6bc2f96-d811-449b-afc3-65bae481d42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1a4f561f-4153-4742-b65a-08035d1faba6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d6c131cb-e05c-4d45-8eb7-7c8ee8110d44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524240d5-f925-47fc-8600-45edf0f576ce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af09ae72-9e48-4d9c-a797-16a285161a3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5983a670-d6a6-4037-b1fe-dda085a71685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2e7c69a5-f5ab-4388-8b32-feda57fccda7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8ce06892-8a19-49a1-8c96-0e9e86ff6b95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56792fe3-7646-4952-93aa-cef9ea59cb4e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49d11107-575a-4a57-89a2-e00d1f5d5361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b193efcd-281e-44ed-bd7e-20281aeab583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34b6282c-c088-4950-aec6-b07a2da6f70d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8aa6cbc0-9eaf-4aab-b829-3a5d43d9e4fa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717762c3-e09c-4d9f-8e05-3f236f97d270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c8cbdc2e-c02f-4dbc-a5d0-24cbd6e8f502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57696f73-ace7-4be8-8836-11fbd4d070bb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0133c4cc-2ccd-4ebf-8941-aed305973119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6b22fc5-c0f4-45b7-808d-7497e0da80f1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9c59d70-2c12-47f6-a3f2-2a7d83d1a751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198e95e-21d2-4fb5-8ee8-9f11329a2671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16b53be7-6aa9-4341-9115-85629915fc83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53647167-50dd-4064-9335-7cc8ce71acb9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8aa0c6c4-5d91-4f9b-b141-81df8d5959e2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b2baa8ea-d074-4a02-83db-3f0f84f7fbc8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86e34fed-9bb8-4dc0-bef5-127a24c57eb6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31436783-a342-41b1-bd87-41e6fc7d49c6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ed479452-be69-4fd0-b610-389e8d7f1935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9c571b29-f2ed-4c58-9b28-3e9887ecbcf4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ea730a88-6421-4180-907b-a8210b7ff6fa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ee4dbd9c-f02f-4da8-be69-9d090d9a510d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402cf83e-817b-4875-b937-5af5c3667efc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ca8e5252-1eb9-48cc-80cc-39134a5a6f0b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57c06653-2b0a-4b6a-bf2c-4ca1ede33718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dad9a1d0-72e1-4a6c-b26f-5971855747d7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90f05807-7385-448e-9af8-38ac6610ecdf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28de33b5-cba9-4271-af51-1369c3622a0f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3b49e676-dccd-4794-a690-dad786533fb6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cf73b4a0-9589-449b-9f55-e52c02d783cd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1071fe34-f679-4bbe-871b-2ae50d488bb3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5b0fe81f-353d-41d4-a553-cf69b928829d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3b53fdf4-246f-46f0-bbc1-26ff1a8d6fe0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38663278-98d1-4a7f-b22d-44be124e3ad4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2cba2e09-51da-4249-b123-d3a95ac5aa26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b3d9f82a-6e08-4d6d-8938-462e2e92258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4d84d907-6571-47b7-9a2e-e7701cd1be2a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143365b4-bc79-457d-bb00-79b7c862c42a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301e7917-f2cf-4f80-8c28-c468a2aa5dae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27efcc62-a97b-442e-8677-6fba8039d65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f938a110-f2d2-49f8-b3b6-e610584f35bc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867845f4-86c1-441b-9396-b7a7f1c5ff01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d141dd1f-8e53-4b84-90e9-1a505f86b057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cd04297d-20e0-4b4b-9aaf-d0d8acbbac7f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0122137-0044-4e77-8b4f-ef73fdbfa57b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4000ffe-54c9-457c-ad7a-4e6f64ea47e2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e7a351e-79c4-4316-92d5-404003b4bd4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630bdf1b-06ff-4f84-ba42-054f68b48722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f4acfd6c-9ee3-4e4e-b5dd-ff6a79af1b6c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5a140a96-51d3-4b55-a69c-dee0c6bc47bd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f904a89a-f4c6-4629-aa3e-e5665a3b7ccc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74cd8e25-09cf-4c10-8510-6cbca3dad55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1a52e322-50ca-447d-abc7-a29368f308eb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e112aa5a-6c41-4196-9c06-7c8b8b98d12e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1fb7745d-3256-4f8b-b19a-8c0895086768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37fe621b-ff62-4fce-8ff8-1dc1358fff35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5903a343-3743-44a2-9229-ff5915c80e4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8b6b5aa6-7584-4204-a6f6-ebc33ea6a8e1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e06ade51-0ba5-4564-9306-b67aa74519a4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dbdd981b-5151-498d-9589-25ce19c6daf4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968f674c-7e39-45ce-9f1f-0b1f465d402b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9ea034bc-e16c-4357-8b44-027595a5eaf5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7de71a7e-b037-4383-86d1-b2d476b0823c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3eefa3b3-bee9-4afb-a2fa-795b31d0096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33cb0b98-8399-40b2-915e-9688bbaa1abd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d6f27645-665a-401c-b1e0-cea9594d5f65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8e6a3af1-7879-4a32-ba1a-cf45c8863366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fe37f22d-9af9-4bc0-916c-e0d0f5c2f21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50e65044-4a2a-47b2-99d6-87cc73c91bdd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Basic(7.5 以後)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建議正式環境啟用;客戶希望憑證越少越好 → 共用 server 憑證做 TLS + Basic 帳密</a:t>
            </a:r>
            <a:endParaRPr lang="en-US" sz="1400" dirty="0"/>
          </a:p>
        </p:txBody>
      </p:sp>
      <p:sp>
        <p:nvSpPr>
          <p:cNvPr id="27" name="d7702916-3e81-478b-8379-d0937acc24c8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e9d3920e-1932-42fd-8a69-0169ff6b6111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800f1d3-f444-49c1-8de5-7287b9d5fabc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30386b90-965e-497d-a930-f376837191ea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6f7ac390-7784-4924-ba24-bf1b27ae47c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f4721b62-e4b8-4c23-8573-2899334b4813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d143b773-7e75-4e7a-848f-b4293664a669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ace08400-b676-4b11-9707-61d6b77263b2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f0ede1fe-e49a-42fc-be45-98185078162f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194956fc-134e-4a13-b1b2-36022f73967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52fda414-be6e-425a-8d45-c0af39f210aa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bf3ba75e-a20e-4192-8f7b-78550c2ad454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eafda1d4-0a6a-44bd-b6ae-a5c838762d8d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88f55656-3f2b-4303-8dba-3b1a4b9c62bf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8cfb8531-6a99-4d8d-8ba8-a8b29d0e9bf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e3956f11-7fbb-4d1a-b518-7d3032533ff1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eed04c59-4b90-49b8-846c-f6500317429b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e0c2bb26-4bb1-4fea-9632-a1fcc2e4452b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16752cef-dce6-409e-a8c7-387a395d4783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9bade365-72b5-445b-81a5-dbda812d07cc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e394cfef-6717-4d22-b3ca-6599c4c42254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dc3bdb16-48a8-4338-becd-7241c96af12f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dea67884-8736-42e8-8836-da157781764e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7ee59d15-01fc-4d19-a9db-01c921e43427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4f811d0-8347-4f74-a146-ac1deca88694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7af3e78-ec34-4c27-9f0b-ca35976f5f45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0970dec3-b527-410e-a8a1-c67f40d3af8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7debb8bb-cdea-4dc1-88ea-55f9e62a8631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e8174778-9685-4984-aa45-740b823857ac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14634a69-e0be-4075-9632-a00ff7fe1b39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99348143-406b-4972-b21c-4af5f61cbdd6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0de2b685-1f27-4e5b-b45c-82b092ed86f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de75d76f-e088-40e9-b77a-e0544b0f1d24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f708e22a-ec04-410c-9436-eb83306f5d99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3437ac76-2e15-4903-b1a9-87d62d0fc981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626adf5e-5dae-4a82-a61b-53c2ab850f53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950c9d1a-a47a-49d0-a368-64d355e22777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cdd1582d-eacd-4082-a855-420192c18a28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e7a367d3-42d5-4d7d-a74c-bee6d9fec9be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35b880ea-02b4-4c09-a281-237b87d31772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6d4a70f8-e976-4670-b23f-3f922bd48a74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5e0f0394-a024-41c0-9ff9-205dabfa12c5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2e4a2155-7fad-41a5-86ca-5e835b309fe7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cf1a5877-8ae9-4e88-826c-cc7bb3da8f6b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b34256d6-c050-4061-bc6a-b7480f9078f1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ea11d88d-f6dd-452e-9558-2fa3e5367559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62757b50-f946-4145-a4f5-aebd22f2f75e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21956179-4439-47a0-bbb7-f5364d6d034a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92f7ddf8-5175-43fd-8cc2-6fecd4a0b885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5ca26f61-c1b8-4386-b590-c15cda03ff9c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dc455ce3-5304-44a0-96ca-a321a22612b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e2101c21-e01e-4104-a9e1-78cae5603d05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e9f4ce1b-d767-4e78-b1c1-d6663dfb5eb0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2e0b2a0b-760a-4122-9111-b4765a3ac753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b959592b-0c7b-4cf7-9387-f9b1466f2b2f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15308c7c-6efb-4df0-a6bc-359e9dd5938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a6b895ee-4f24-458f-bf5b-7281dcc2b94f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87dca58e-83fd-4766-9667-0106f15f6e27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e5fbad69-5a27-4126-9485-02ce086ac97b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f54fcacb-c582-4483-9a72-008c2b0f7632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938d5ccb-1005-4741-ac74-f3b84aefad5f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3b7316eb-9869-44a4-98d6-87666b09ce0d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bd518de-8a42-47fd-a9f9-c11ef1d54f3d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bb96d53-020e-431c-be3a-40af18d16bd4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6577426-11c7-49ae-ad0c-89248a131a1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1d98bfe0-d48a-4489-b2a1-2c365d401a3f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f955fc54-533d-4f6b-96b3-739e5e87757f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f3fc48a6-db1b-4325-bc80-860a0d979c0e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a45b8241-c7fc-4128-9867-34865bd594d6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0305668e-61ca-4276-9034-41654b720afc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4e66e15d-ed58-4c94-ae2e-0f1b313eb0a8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3a52081f-f3ee-4943-bffa-306f16b1b670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9c62028b-4d26-4a73-a4ba-df7c281fcfc8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8de812f5-efaa-46a4-80d3-e6c57286293d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afd44ad4-299b-4713-bcca-97fb6207a40f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1735f8b4-cc8c-44dd-9f5e-a113d35e47f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81a32cbb-621a-4626-8d02-f654b800567b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239a5d48-ea2b-4428-b71a-a3ff83df5121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3dd264c6-54c6-4648-86bb-fd5a230991ec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93ec1e9b-c776-4b3e-92e1-09fcf5b3cc44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1af22bd8-02c6-47bc-a87c-c6423fd62fdd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851fac8f-fd1e-4293-bec5-af9a7c4b6894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efe4f3cd-8833-4247-9ad4-f52e7c1d9ac4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dbbaf398-699f-41c3-b4ca-2fb25932562f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fa773d79-faf5-44e1-883c-e095d2c40d5d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6b28014b-1763-42e4-9e2b-b19f87029564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9fd5c308-d045-49ad-ba3a-875cb544939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56e7a4bc-4b5b-4dac-9ba4-80a282430307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b33551c0-d188-4ce6-ba01-f7d806f0be9a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a2293036-dc1a-4095-b656-f548d48c4a41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594dafab-a863-493c-9a0e-d9417797566d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246aeb18-73f3-4c0c-997d-d7d0435d4dde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77d22790-28f5-46b6-8feb-5b678ebc3dd7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4c41e2e4-b505-4fe9-91a9-399816d72e7d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85dad27f-e7e9-4f09-a205-c0489f1eca45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40d340e9-4635-46e8-a8c8-88d5ac3384ed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45c7dec-864a-4b32-a3d5-644bcbc3efc4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b838b82-b1bc-4c14-87bd-a185d6fed017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e399c5cc-65d1-47a6-a4e8-96f232b1876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ca4dad22-11b6-4d29-95a8-b40d2b68cc0a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e92cb33e-77b1-4ca2-98be-142fea2ac4b1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70d3ccf1-c83e-4a57-ae95-84adc0e255c8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faadb6a8-aa74-4d04-a783-fda76f43e633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a3f0134c-9c38-4b32-9c29-b70e529463f9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f6c3284f-c5c9-479f-8f01-39243dfed562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64a9b512-9957-4569-9e63-fb3b61c652e5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7b0b8556-9875-4e7e-8444-01be87a6374f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71522ba6-35b3-40e1-a6b4-0c67a2c8d35d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4ce3cba6-4abf-4c44-8b73-eb8eada1fd4a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55c7fb35-45c1-4c77-bae8-b13f37314d2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f133f6f3-0388-49c5-89e6-c9bf991e6e5e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f8a892b8-4dbc-4e98-af20-7a6f52e3a5cd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a0ed2ab5-425e-456e-8c0d-1a4558f35739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044a70c7-69a0-49f1-8565-dcd39ba046f2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4ae986db-70ce-4548-a44c-5da943322da4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c5262215-44dd-4cd8-a21f-50233d96e5bf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4a981ed6-dde0-44fc-89c3-1a7bc6368269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9e843520-9f26-488e-b172-6eeb8d8a4b68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97f32ba3-caef-4e24-a86d-0edea17dcaef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d17ad3bb-6371-4ee9-8a09-bf2310b893ce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6ac4db9e-83a8-4c9c-8918-ad5a980df1b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9fc1635f-48d5-4984-9f2c-dc746f5f29b0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948dc53a-891d-486e-b609-790999ebd2e4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89ee1926-6cf0-4d75-a91b-b4d38c96c649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6f756919-5175-4b3c-ba02-5a969a152cc7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912204b8-345b-4308-845b-b63da9fc7c4b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897f05c8-8226-4bed-8e75-e0955553119a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d402a416-9006-4e14-89b2-1b884f7fda1a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3c58ee37-5a9d-4fe4-87b3-a41408c57a0f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3916bdba-728d-455c-8394-96b339ec5ff5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3fa24ea2-987c-4ed4-8cf4-623c5ffd06d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2b41ece-bbf8-4b09-bd8d-59c6459165b7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716eee8-2493-4fe0-8bfb-2b211dc64f65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7142e14-eb45-429d-83ea-f24e02e2e630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10bf58f0-57a4-49ff-ba5d-e669a10fe443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9ee1b49c-e544-4680-a3c4-1fc2a731d1a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337dc8af-9d7b-44fc-8825-eda0cd67a53b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06e383a9-39c9-4402-99ed-ab2bb5f08915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fe7bca7a-ba1f-4040-8a7a-2a768e17a78c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343ebbd2-d5c7-47df-af23-dc20fe2b736f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46707c9f-3600-4aa4-8eca-5ddd4aa88952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b2a31c0c-be9e-4376-a8c0-e7fe364ff534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ede2005c-b2ce-492f-a870-70c8f8751ec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c4470117-0dec-44d1-b6fc-253d5cb610be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70b6f9e9-c047-4b04-a7f9-0cf567d70cd0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32ce5516-022d-479d-98ba-5a4701b44dc5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f3d9fee1-2a95-482a-ac9b-7e668d4c9fd0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9156ecfb-c56e-42c8-b16f-c751662afd02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40117614-1ee0-4536-adfc-13c8355352d7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cb4e9fdb-e4a0-476d-be16-3b1defd8eb2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b67911aa-108a-4260-998a-493c603e288e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602ca5d8-3b96-49a0-920e-a32f25e032e4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b923c135-292c-44e7-83d9-239f36abf04f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383557de-1f6c-4c6f-9adb-e61a81d031f3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fe60f182-4277-4b07-8a60-edaaf3a199a4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7979c6d3-0139-4584-8f8b-964ce3d5fc10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ff2cb237-d5f5-40fe-ac41-0ce03152f8e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80d824b4-e558-4465-9ce8-85bd4e8a0971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05dd9ef3-91d2-4bef-b526-3743aa70ea83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909cae53-3134-429d-a96c-e426b20d294d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9b3fdc8e-94cd-474c-9b1b-bff5f141c607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787eea7f-1cc8-407d-a99f-572909d5eb74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cb539944-acb3-49f6-92b3-b9ad0f4ce670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62c14c0b-8402-4fd2-a1e3-fbeab5b3ba0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30f1a47c-ef5e-4f00-a07e-977d2b21b4af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359bf3e4-263e-4d30-9691-aca4e118669b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8d7a5e72-906c-477f-b4f6-913579e4f8ae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c9178ec0-c1a9-4858-bcae-21d4a6ad8d05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e441d421-1e58-4a76-90ba-5cc46b693cb3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41b5ebc5-aae0-4ec0-9fe7-0f3d5ea5e004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7a881db9-8b7a-4924-a995-2ed7c163a8d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d99bad7a-8857-47bb-9118-73ea2eb6c709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029c1bae-32df-464a-b34d-07c96776678a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b7e7b2e9-ce85-45d8-a1e0-176b4ae3c6ce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9ac46250-0e33-4178-84ee-26e06abedcfa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d80c6768-8439-4c17-aad4-4e8174d19d00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2755fc5-ab83-4416-8ca1-33cc4c724011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ec64f74e-867a-411e-af9a-a96c6b771bd0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98e7dcf5-37b1-47a7-8965-ec574478c81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96b8ed8e-a64b-4fe5-a8fc-b936b2bb0920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ce1a2afd-3faa-41a6-90da-ca30519e0633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4aff3418-11a9-46dc-8aa4-6dffa37bbe17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0b68445f-c7be-4bd7-ae9c-2aab29903778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abbe84cf-4522-4849-a693-c29022dae529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708e50b5-8add-4577-b3a9-5279c83d8b9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c615ef80-bb73-4a6a-9454-1da9c12f5a36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31c62c76-be5a-4798-8f3e-318f28808877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6ba2fafd-8a79-4e28-af18-21ac529c137c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d4cab7d7-da01-4cb4-a0da-b2326223853c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012bfabd-c5f4-4515-ad4d-a78cf532e3dd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1f371a09-3ec2-4c69-b344-d30499a0a90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6fc723ec-f8e4-4a34-a064-6c91516a7a89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ce7158aa-3c5d-405d-a719-fc716266338a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25cce7df-6b3c-41ca-a95e-38459c4cd729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d7558007-539c-4697-8cc4-2a45f7b86511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61955897-95da-4568-b1f7-a2a7066a4d39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6eca32b7-7ff8-4823-98c1-ec10949a84f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fc690b45-509a-4570-85ed-1902cd63a122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3a257ef3-b3bd-43bb-8cfc-3c43e5c8fbff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d00f1c25-8abb-42e1-96f2-e12e6a0bcece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602f5fa0-b9b7-4b30-a770-47e32bcc23e9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a3e0ea57-6617-4c1a-9fb6-bda398603a6c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a2218500-c765-442a-a5c1-b6b80fc1915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3d12fa42-8003-46ab-81dd-739bbb2e8a80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e511a618-780f-4514-a46a-100b382b73a3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7e117bf4-afe2-4ee6-9f5d-6262cc2d2ca1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e9ef31c1-ca7a-4165-946f-7624a801b6e8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d3ea2668-88a7-41e7-95cc-d26a99088336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0d7568da-f9a7-4de8-89ff-c00b861a205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13f28ead-1474-44ac-b997-7dfb0dbf4faa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714eef72-b46c-417e-baab-35597f52ef20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6aa8b619-220d-43cb-be58-77e24b999626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b12f908-3ed3-43ca-9788-951b055f4fb5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038eae56-74bf-4801-842d-301fdafaf347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49de4eda-f351-4af6-9088-acb0cd96378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0eb6fbfd-e04c-4d47-a0a5-a6ca88fccc6c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92396d26-05c1-41d5-ad06-a91cfd329451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e2b8f833-7e2e-4a29-9764-e6bf35db966c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886d0bda-d06d-4839-a4d6-748f4619642c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616f128d-7ef0-4f8c-bd18-dcf76d7466ca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6528f69e-4342-4e3e-98dc-ecef1367148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05d88498-daea-43e2-9150-e68b0dac2d2a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96dd21ac-9133-46d9-9a1a-b0e8d3116275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32da753c-fb95-4ff0-98a6-717ee453cdb9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972441b5-a5b2-45b3-a5c6-b0ed26dcc6a7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83f3e763-5774-49df-a4d4-a992060aac12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f0261104-6fdc-4332-a31d-f285c867477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c6f461bb-6b4a-4f7a-a129-ba5ec7f35760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c6af6c5a-e4c4-41e0-9f87-b110a6a0cce9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08ac2568-d51f-497d-a130-a7e2081a1a18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1408a990-c518-4c1c-8fe4-220d2662c4f7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b861f28-5bc7-466a-987f-8e3e25db1e68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5b66742-eac7-4a80-85bd-831442ee842a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9b7eb6e4-8e0a-4b77-87de-2d3d4d47dcd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c6f7c0bf-4008-47c0-824d-8cb03057bbc4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3989931c-c2da-44be-804f-a2a0902115e5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cd5473bb-0364-4a58-851d-fe6e813b959d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cb97f95f-abe2-43bd-a615-291114f68c52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dcd56681-73f7-4f6c-b3a1-0c3b5c1b75f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12ca160b-2f66-46d5-8bec-738d9d0fa888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924719b9-70cb-46f9-bdc4-068941c7e8cf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216187d0-2911-4941-9b9c-32bf9d28bae2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0263b28-abf5-4081-9280-0a506009e60c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0e16e802-2487-450f-91fa-d228fafb02d5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5484eef0-3ed8-4b8e-afb3-3a3f216cd4ce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dec44591-18f0-41ae-91dd-45a0d6289bb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e6dd919e-ae1f-476e-9cf4-b0607f23f7e5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4aff05b6-80b1-47b2-bb61-caa4e02267ee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06f593ce-5327-4d92-b56e-f124cddd16b4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da7ee8cd-756b-45cd-a2b1-33cfedf45835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423c0765-32a3-4b41-9ed8-b2aac4b090f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e2f812d1-989d-43dc-8515-bb3a02306f8b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9b41d1bd-866e-45a1-8378-7027bbc3ebce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4b08878a-0155-4c9f-9572-66ebe6dd1eb6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784e95bc-872a-4c39-ba4e-47abfbb141ba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3b99d78c-88e6-4b12-9de4-37f32d29bf7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4b51a7a6-bcd6-46b6-9527-283b30d7dae9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fead7f88-d08d-466c-8b19-6964847b0f6f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d0655904-d249-4224-ade2-f14ee50331e0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a66ab695-d2bf-4610-a89c-4dac62830f29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4fdc6810-f5a8-4824-a844-6708242687b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ac6bfd18-2b0c-44f1-9bf0-9798dec723cb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0f5449fd-2d19-4bd4-a49e-df9287725c85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bcf91675-ae16-4fbf-b8ab-b29e9a76b3eb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f72d697b-9d0b-42ce-840a-b60ab7ef11c8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90907fd4-8cd0-496d-bcc3-4a3cd8dc507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88c6ccd9-f902-4161-a456-286c35598e59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fa834da0-fe7c-46a1-9194-b2df95c0212e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57f17221-3b75-480c-9071-d210780fc4ec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ca99f456-6b06-48b5-a57d-c1615dac1d28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3af7e567-8128-4a70-bdae-a50a6cfe7d3b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a8eb09a7-bcaa-4cb0-9d7d-0572351cc51a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be0a8f63-ef9c-4c8c-95d1-162f94aac085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79c593c2-077e-42b0-8d3d-81a6e4749ab7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b9e9c49a-269c-49f6-9133-21f978b8bdf0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8a6f3bda-2c12-4a24-9835-f31124bb2a80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c9536552-a288-4119-950b-dfeaea3c923f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9da62957-7dfb-4290-a85a-d132c3a861eb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25cdd3e2-3139-4569-bbc9-433559d61602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98acf424-e9a5-486c-976c-81306420dbb9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6ada47f3-3964-4698-9354-6d759229d0e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fd2d2af7-47b3-478d-8c81-7677fe7bd507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160ba0cf-14bc-4047-afc1-7afdc0a7c4d8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7846c47-b8d0-4dbe-803c-4c577970d9bc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630e997-b76b-49f0-9cb4-2001c405b766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574a88b-8dac-4beb-b442-62420c07a6e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4d3ea8fd-696e-4de3-ae94-fff06efb8e58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b35987bf-df54-4907-b98d-4876351ab129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7c854538-b782-423b-823c-a29945080674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57a2a96f-8797-4eda-8de6-114056ffd8cb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a752f0af-3b0e-420b-b7b1-fff02f9841e5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32a8e463-d16d-4c19-8113-5381b4247a0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d227d780-7d33-431e-92a1-29e417b35f33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1721af3d-8efc-4be1-91ec-7d5e9571bdb4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651d03ad-3772-48fb-b420-d20c66299640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5308577b-cdfe-4746-9df1-bd58913f8762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dc464b80-6008-4eca-bd68-5afd8d9d8fc2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14613c84-da91-4251-8883-4e289316132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3825f8c9-07f6-4177-aacb-c3700f6f6872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e1b241ff-52a2-42a0-bf82-164f1a19ab2a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f42b7ff8-49cf-4292-bb54-d028a9cc7b46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