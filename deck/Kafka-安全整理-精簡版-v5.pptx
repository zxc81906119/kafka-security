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應用系統、管理介面(C3)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29923bf1-b976-4dbc-a033-3e0c061e7bb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383280"/>
                <a:gridCol w="249631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broker:SCRAM 帳號;經 REST Proxy:client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綁在帳號或憑證的名稱上,只授權指定的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broker:Kafka 內;REST Proxy:憑證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 (C3)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內部帳號;C3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user;元件依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內與設定檔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adf79588-0f9a-4e6b-83ba-21c10dab3e20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兩種連線方式:直連 Kafka broker,或經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80c02c36-931f-4d0f-aaa0-484bff1e0f3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Kafka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能使用 Kafka 用戶端程式的系統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只開放應用系統的 topic 與 consumer group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內;新系統上線申請帳號並綁定可存取資源(topic)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不另建帳號;新系統上線時簽發憑證,綁定可存取資源(topic)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密碼管理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於 Kafka 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依據憑證效期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管理介面(C3)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帳號認證 + AD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40e04c23-b47e-4285-9040-437149244fd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帳號認證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群組對應 RBAC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AD;人員異動只改 AD 群組,Kafka 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28933021-3ca4-456d-9a01-447e734ee7ec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350" dirty="0"/>
          </a:p>
        </p:txBody>
      </p:sp>
      <p:graphicFrame>
        <p:nvGraphicFramePr>
          <p:cNvPr id="7" name="31f94713-d5a3-49ec-9b6d-7971aa0263a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6594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69087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檢視授權設定、管理 audit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元件之間用內部帳號或 client 憑證;全部走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3ca0baee-9534-4615-b701-1a2ddabb5c7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31363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AD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0d09623d-9fa7-4413-9c03-5529dc340202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  <p:sp>
        <p:nvSpPr>
          <p:cNvPr id="4" name="90ac584a-a5de-423a-9312-137665ff72ad"/>
          <p:cNvSpPr/>
          <p:nvPr/>
        </p:nvSpPr>
        <p:spPr>
          <a:xfrm>
            <a:off x="548640" y="526570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帳號管理:建置時設定一次;之後只有更換密碼與憑證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710681a0-4c9c-42a9-9969-187530ca7c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65176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管理介面對 AD 查詢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群組;高權限群組先保持空的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元件用來向叢集證明自己的身分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的應用系統:各一張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憑證上的名稱就是授權用的帳號,命名要先定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直連或經 REST Proxy;各自讀寫哪些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