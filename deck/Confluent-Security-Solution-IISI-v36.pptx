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封面。這是第一版草稿,內容依客戶前提設計;之後會依回饋調整並套用公司模板。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接下來依序介紹 8 個面向,最後是整合。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的憑證可省,前提是客戶能建幾個一般 AD user 讓 app 走 Basic。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1。現場指令:./demo.sh ch01。截圖為該章節實際執行輸出,非示意圖。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2。現場指令:./demo.sh ch03。截圖為該章節實際執行輸出,非示意圖。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3。現場指令:./demo.sh ch04。截圖為該章節實際執行輸出,非示意圖。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4。現場指令:./demo.sh ch07。截圖為該章節實際執行輸出,非示意圖。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5。現場指令:./demo.sh ch11。截圖為該章節實際執行輸出,非示意圖。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6。現場指令:./demo.sh ch12。截圖為該章節實際執行輸出,非示意圖。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7。現場指令:./demo.sh ch13。截圖為該章節實際執行輸出,非示意圖。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7.png"/><Relationship Id="rId6-created" Type="http://schemas.openxmlformats.org/officeDocument/2006/relationships/image" Target="../media/media16.png"/><Relationship Id="rId7-created" Type="http://schemas.openxmlformats.org/officeDocument/2006/relationships/image" Target="../media/media21.png"/><Relationship Id="rId8-created" Type="http://schemas.openxmlformats.org/officeDocument/2006/relationships/image" Target="../media/media22.png"/><Relationship Id="rId9-created" Type="http://schemas.openxmlformats.org/officeDocument/2006/relationships/image" Target="../media/media23.png"/><Relationship Id="rId10-created" Type="http://schemas.openxmlformats.org/officeDocument/2006/relationships/image" Target="../media/media24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5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3-created" Type="http://schemas.openxmlformats.org/officeDocument/2006/relationships/image" Target="../media/media27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20.png"/><Relationship Id="rId4-created" Type="http://schemas.openxmlformats.org/officeDocument/2006/relationships/image" Target="../media/media21.png"/><Relationship Id="rId5-created" Type="http://schemas.openxmlformats.org/officeDocument/2006/relationships/image" Target="../media/media28.png"/><Relationship Id="rId6-created" Type="http://schemas.openxmlformats.org/officeDocument/2006/relationships/image" Target="../media/media29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30.png"/><Relationship Id="rId6-created" Type="http://schemas.openxmlformats.org/officeDocument/2006/relationships/image" Target="../media/media31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0.png"/><Relationship Id="rId3-created" Type="http://schemas.openxmlformats.org/officeDocument/2006/relationships/image" Target="../media/media32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3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4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5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36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37.png"/><Relationship Id="rId6-created" Type="http://schemas.openxmlformats.org/officeDocument/2006/relationships/image" Target="../media/media36.png"/><Relationship Id="rId7-created" Type="http://schemas.openxmlformats.org/officeDocument/2006/relationships/image" Target="../media/media37.png"/><Relationship Id="rId8-created" Type="http://schemas.openxmlformats.org/officeDocument/2006/relationships/image" Target="../media/media37.png"/><Relationship Id="rId9-created" Type="http://schemas.openxmlformats.org/officeDocument/2006/relationships/image" Target="../media/media37.png"/><Relationship Id="rId10-created" Type="http://schemas.openxmlformats.org/officeDocument/2006/relationships/image" Target="../media/media37.png"/><Relationship Id="rId11-created" Type="http://schemas.openxmlformats.org/officeDocument/2006/relationships/image" Target="../media/media37.png"/><Relationship Id="rId12-created" Type="http://schemas.openxmlformats.org/officeDocument/2006/relationships/image" Target="../media/media36.png"/><Relationship Id="rId13-created" Type="http://schemas.openxmlformats.org/officeDocument/2006/relationships/image" Target="../media/media37.png"/><Relationship Id="rId14-created" Type="http://schemas.openxmlformats.org/officeDocument/2006/relationships/image" Target="../media/media37.png"/><Relationship Id="rId15-created" Type="http://schemas.openxmlformats.org/officeDocument/2006/relationships/image" Target="../media/media37.png"/><Relationship Id="rId16-created" Type="http://schemas.openxmlformats.org/officeDocument/2006/relationships/image" Target="../media/media37.png"/><Relationship Id="rId17-created" Type="http://schemas.openxmlformats.org/officeDocument/2006/relationships/image" Target="../media/media36.png"/><Relationship Id="rId18-created" Type="http://schemas.openxmlformats.org/officeDocument/2006/relationships/image" Target="../media/media36.png"/><Relationship Id="rId19-created" Type="http://schemas.openxmlformats.org/officeDocument/2006/relationships/image" Target="../media/media36.png"/><Relationship Id="rId20-created" Type="http://schemas.openxmlformats.org/officeDocument/2006/relationships/image" Target="../media/media36.png"/><Relationship Id="rId21-created" Type="http://schemas.openxmlformats.org/officeDocument/2006/relationships/image" Target="../media/media36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8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39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20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21.png"/><Relationship Id="rId9-created" Type="http://schemas.openxmlformats.org/officeDocument/2006/relationships/image" Target="../media/media41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42.png"/><Relationship Id="rId4-created" Type="http://schemas.openxmlformats.org/officeDocument/2006/relationships/image" Target="../media/media43.png"/><Relationship Id="rId5-created" Type="http://schemas.openxmlformats.org/officeDocument/2006/relationships/image" Target="../media/media35.png"/><Relationship Id="rId6-created" Type="http://schemas.openxmlformats.org/officeDocument/2006/relationships/image" Target="../media/media18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3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2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45.png"/><Relationship Id="rId4-created" Type="http://schemas.openxmlformats.org/officeDocument/2006/relationships/image" Target="../media/media4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2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6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47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48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50.png"/><Relationship Id="rId4-created" Type="http://schemas.openxmlformats.org/officeDocument/2006/relationships/image" Target="../media/media51.png"/><Relationship Id="rId5-created" Type="http://schemas.openxmlformats.org/officeDocument/2006/relationships/image" Target="../media/media52.png"/><Relationship Id="rId6-created" Type="http://schemas.openxmlformats.org/officeDocument/2006/relationships/image" Target="../media/media53.png"/><Relationship Id="rId7-created" Type="http://schemas.openxmlformats.org/officeDocument/2006/relationships/image" Target="../media/media54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5.png"/><Relationship Id="rId3-created" Type="http://schemas.openxmlformats.org/officeDocument/2006/relationships/image" Target="../media/media56.png"/><Relationship Id="rId4-created" Type="http://schemas.openxmlformats.org/officeDocument/2006/relationships/image" Target="../media/media57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9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0.png"/><Relationship Id="rIdNotes1" Type="http://schemas.openxmlformats.org/officeDocument/2006/relationships/notesSlide" Target="../notesSlides/notesSlide3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Notes1" Type="http://schemas.openxmlformats.org/officeDocument/2006/relationships/notesSlide" Target="../notesSlides/notesSlide3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Notes1" Type="http://schemas.openxmlformats.org/officeDocument/2006/relationships/notesSlide" Target="../notesSlides/notesSlide3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3.png"/><Relationship Id="rIdNotes1" Type="http://schemas.openxmlformats.org/officeDocument/2006/relationships/notesSlide" Target="../notesSlides/notesSlide3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4.png"/><Relationship Id="rIdNotes1" Type="http://schemas.openxmlformats.org/officeDocument/2006/relationships/notesSlide" Target="../notesSlides/notesSlide35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65.png"/><Relationship Id="rIdNotes1" Type="http://schemas.openxmlformats.org/officeDocument/2006/relationships/notesSlide" Target="../notesSlides/notesSlide3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3-created" Type="http://schemas.openxmlformats.org/officeDocument/2006/relationships/image" Target="../media/media67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8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9.png"/><Relationship Id="rId8-created" Type="http://schemas.openxmlformats.org/officeDocument/2006/relationships/image" Target="../media/media20.png"/><Relationship Id="rId9-created" Type="http://schemas.openxmlformats.org/officeDocument/2006/relationships/image" Target="../media/media70.png"/><Relationship Id="rIdNotes1" Type="http://schemas.openxmlformats.org/officeDocument/2006/relationships/notesSlide" Target="../notesSlides/notesSlide3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1.png"/><Relationship Id="rId3-created" Type="http://schemas.openxmlformats.org/officeDocument/2006/relationships/image" Target="../media/media72.png"/><Relationship Id="rId4-created" Type="http://schemas.openxmlformats.org/officeDocument/2006/relationships/image" Target="../media/media11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依客戶前提設計:AD 僅有 user / group</a:t>
            </a:r>
          </a:p>
        </p:txBody>
      </p:sp>
      <p:sp>
        <p:nvSpPr>
          <p:cNvPr id="2" name="7436de67-c9f0-42c7-9921-d02a5eff98bf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14315ae-1b9f-42fd-906f-bb4ec13d96fa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d0a2d96-a7be-41fa-9a13-005a3b3cce78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27809d8-fa6c-43e8-9e74-8161e3f3019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11c35435-d965-473d-bafe-320d389ce3eb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17191e91-5b78-439f-b8f7-d1151ba59675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6bf48304-0e66-41c0-949b-2025b9dffb46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9d44a7f-e400-4b3e-a477-8447a587282c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6ebd3a6b-e1db-48cd-abc7-2724049fb6b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2b51354a-e143-4a65-b91d-971c16c07687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PK + 憑證</a:t>
            </a:r>
            <a:endParaRPr lang="en-US" sz="1700" dirty="0"/>
          </a:p>
        </p:txBody>
      </p:sp>
      <p:sp>
        <p:nvSpPr>
          <p:cNvPr id="11" name="d07d0cb1-6fc4-438f-807a-5d757cc6f141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6e123395-7c8c-4862-85eb-7c5bc2e2f2dd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aceef421-d7f7-4024-bb7a-d0b33c43d427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d021debb-e08b-47fd-a7b5-896a2372525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2f5a4fff-2ff5-4414-81dc-2d1a1ca7ddbe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bf2bb09e-158c-4aea-ad79-74ca8a7ffed5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39e82042-d309-4832-8adc-63699d65eab8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b6309b9e-b8fe-431b-9609-0a1f5eed4532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6634631e-703d-43c5-b55d-6ef0931f3e5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5d8404e3-3a3e-47af-9d3a-2acd684f831a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97d90fcf-c227-48d3-93a5-bcf22565d73b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ab8902e5-0d72-4cea-bb8f-1b58c2a14c4f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b0a7c56e-9239-4bc5-9b67-02a349a5488d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c09547b0-ad2a-460e-8f1d-b1632e2a01c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4b12778f-8eca-49e4-b585-c289044ece5d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AD 群組 + RBAC 分層授權</a:t>
            </a:r>
            <a:endParaRPr lang="en-US" sz="1700" dirty="0"/>
          </a:p>
        </p:txBody>
      </p:sp>
      <p:sp>
        <p:nvSpPr>
          <p:cNvPr id="26" name="8ef15850-ce89-4389-8478-59955be7e430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300" dirty="0"/>
          </a:p>
        </p:txBody>
      </p:sp>
      <p:sp>
        <p:nvSpPr>
          <p:cNvPr id="27" name="ef445d05-1bf1-40bc-b56e-c686e3ab3b50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cdfb335a-734c-4a1c-bccb-fcbd05653673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9d132d84-200b-4827-b60c-5aef48b86a5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e0b6e71d-649f-4ab0-8cb1-fd2b9acdac89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72d6419f-738e-4d40-85b4-19080d3438d0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ecdcebc-2408-446d-b865-bf29c095b952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dd60946-e582-4708-824d-98163ee7e41a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806214e-569f-4e95-92a9-87264551612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30a8a64a-dfba-4e73-a9c3-2e7b9ff02b97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acfac7aa-bffd-41c0-aae6-85e5f8edb37a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be887d4b-922e-48a8-9b1e-54b74d8534a7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72e2ba9d-0d52-4bbe-959b-0e785bb9255c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7d6103f2-52db-4340-9d07-e78d5cca013d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746ad019-0939-4520-af04-2c1da02c897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87df31e6-78a1-4ee0-9bf4-2b4187099ca6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0d211594-4cae-4b6c-964f-59e7aa1c15aa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bc5cf6db-9e12-4c82-83e6-3f124c84057b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77c55ac3-3e8c-4b37-a21f-b00452bbe060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fd48575c-d617-4b0f-8ee7-585cbe57fcdd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efde62e6-049a-4c65-b63d-7dca0da3965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9b276f49-b358-4361-88eb-3bf0add613c4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d2626153-f613-4a3a-97cc-5957d000057f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集中授權</a:t>
            </a:r>
            <a:endParaRPr lang="en-US" sz="1100" dirty="0"/>
          </a:p>
        </p:txBody>
      </p:sp>
      <p:sp>
        <p:nvSpPr>
          <p:cNvPr id="19" name="b3d327bb-e5a6-45e8-ac84-c0c0169d0b60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d06405e1-c6f3-4878-96fe-e5b1b21c1336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fd49a682-f0c0-4b39-a2b9-3e1c0eb0e19a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624b600c-8d4e-4fb0-ad7d-815e0ab1ccc0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方案總覽:逐一介紹每個組件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每個組件各用什麼方式認證與授權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5acdfb2-3bce-4a38-91a7-327dd8fd7998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4d3ae81-4add-4b41-afe5-737e51473b7f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838da15d-1661-4539-9e03-0c3ed2e2478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dcb27c82-860e-4827-85d9-0a99aaf8b09f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6" name="eaa5a253-2c0d-4750-bb59-6eae7c2294f1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7" name="c6f69303-2dc3-4973-805e-2b1931e9d768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7996c183-a413-4077-acc4-2bed5db9e4dc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19c29070-2395-4dd9-8e2b-d16595f3e5e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b9b42190-128f-44a1-ae95-7c7ca058c545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1" name="bfcf7959-cb3e-4069-a7bd-3d3a3ef9bad5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12" name="42b9d60e-b840-48fc-8980-3b646e3148b4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73f42d96-1a51-4e52-8bf1-dc2cae2c2b8a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d114f420-d95d-489c-bc36-4dc2f0f0d9b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8b563104-8093-4bd5-9d65-ae86241bdf2c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6" name="c8475d54-40a8-4fcf-8d61-9fbe7ff9f0cf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7" name="950e6733-d5c0-45bb-8a77-297c4220142a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ab15b8c6-44d9-4692-8f7d-46ed3ccfce0c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9" name="f729aee6-8467-4fb1-945c-f6ba1325e7f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34a18adf-76fb-4124-a549-53c29d58648d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21" name="461fbcbc-a092-44f1-a90a-7ba96f64f6c3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22" name="8cfab0f3-22cd-443b-9669-fd827d582910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19c11d83-4980-4999-9754-0d1f94951f36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4" name="bae0db81-d908-49b4-a525-33a844797f9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1c97afe0-9b47-440b-8d62-9183003c95af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26" name="f7c42147-c9e3-4d51-a101-c4729a86da02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27" name="c92ea395-d49d-4efa-a368-32b5f8cf3f1a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c2a01162-b0fb-46ef-9917-fd47f7c3d748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c21f3b41-b9a6-4eb3-a2b6-283a8730d92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8ab9cbda-0b4b-493e-9cdd-8397d83edfa3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31" name="299fa058-282c-42ff-b6aa-e25d6cdf965e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32" name="5a5f2f19-02fc-4518-814c-ebbe8615413c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64217940-79ac-4f7f-8ad5-64599b6a4ccc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4" name="fa7316da-9497-4234-ad61-de2cf39b030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a3875962-fc7f-4cce-bd6c-a1b626533ffb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36" name="79335831-6601-4f1d-bad8-5bad814c171c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37" name="3b2071cb-bdd5-4678-a54a-0d1a4e752ff6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e761c4d0-9030-4b49-b983-73a030f80508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8349928e-bc55-481f-a28c-7ccabe71bfd1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6b0e26a4-b1f0-434c-ab02-74cda91f5e05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cb0fceef-cf8b-4ed2-bd63-bdd0cf0cfce1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a2a71f83-98e2-457a-ae13-4af5a70b7ea1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517faa01-2f40-44ba-8cae-e95466fd1526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98a8de86-75ac-4ece-97bd-1e8e91b082a0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ede6c658-00d3-4bca-aa73-cdeec7058eca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b3b8ffed-e968-404a-b52c-9f9709f69bf2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逐一介紹組件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每個組件:角色 · 怎麼認證 · 怎麼授權 · 要注意什麼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fb6722b-838a-468d-a599-8fbdd92b53a0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bcd16adb-8b2f-4f9c-81fd-587e2d3284d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864794ef-8799-406e-8eac-59f48ac3c3da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5312f2be-e910-448f-b5e9-94ce2f2ebbf7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b45a7dfd-fe8c-4ce3-9a12-28b7bc9dadf0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29ac06c3-bc22-41d6-bba6-a5561c51622c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50b8c82a-69f0-4d3a-9e09-5a5b3399022a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ee1a3ad0-396e-4845-bdf9-19a4ceef44b7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ae22190c-ecd5-4ff3-bcd5-ec317fadc9fe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dc83ec54-7177-45ee-975b-4a3ca1681e10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211d4e72-be1b-4cba-bddf-82b6bfc28dc5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8ddfe85a-85c5-4be0-96ca-860fa9a254d9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8df290c4-e286-4f4d-8226-c755aa4bdb5b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17b27096-9df2-434c-9b75-c584125adbc3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ecaa3aae-4237-455a-adc0-227af2c7361b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81695d37-9021-4c77-a350-e978d4b66c32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26a614de-5cd0-48c0-969c-0bf556380582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000a083c-4618-4053-aa30-5e6f58c8170a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1d424f39-1517-472d-a32f-9fc1554c79a0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/ MDS:另匯入 AD 的 LDAPS CA root</a:t>
            </a:r>
            <a:endParaRPr lang="en-US" sz="1200" dirty="0"/>
          </a:p>
        </p:txBody>
      </p:sp>
      <p:sp>
        <p:nvSpPr>
          <p:cNvPr id="21" name="b87579b1-c9c1-4715-8e7f-e923eab00f28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67fd0d75-a045-4ad4-806c-6ebd878515e2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c6f40873-efa1-4466-8dd7-8a457d18403d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117f64f2-db1d-4955-9c05-249b046fe78e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bd0a456e-0be1-4179-ad0a-76a415bf1d14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9ab97f8c-c9df-4f80-b66e-3936a2b8e7d2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aa65c957-5fd8-4ee2-a71f-eb94e6f7aa34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2bf5d217-910a-4f37-884e-2fde397d35a7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8360118a-af1b-4b79-80f6-eb535538b42f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00977cf1-f4ba-4c67-b766-081f1829515d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e11c8d6-2632-4e2a-93a5-5f1e2edc546d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0960191f-778a-4f2c-a046-bd77bdc346c3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e07cb3b2-5b5f-459b-8e2a-5ec5f65447d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f927afcf-99bb-42be-855f-32fe65747479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0f7e1855-4a5e-4458-88c2-799b9357d142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12568ead-dda9-4ff9-92a7-806a1e0449f8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0ca4bde0-d7a0-4775-9f8b-3c2b87792a83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093b9ed5-1583-4faf-9906-d4ead8526586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531d125c-5827-404c-aaaa-247774e6ade0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e63a0b7b-543c-4f58-9bea-2490d37912a3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1f409cc7-1bd5-456b-837e-a997da3b8739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bb0377b3-45d7-42c7-b4bc-5f24a2ac7edb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208c0f5a-aba8-473e-9675-1c0c13b5caa2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b46b6898-31f4-4dfe-ac18-c5e9b2f49f9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27c60502-c28d-450f-8e5b-356083858363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8eea7744-40b9-4ace-a5db-a19c0b679f3c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ea6081f1-fd14-4df9-adff-866559695360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b7c1b0a0-2848-41c3-aeaf-0a68d1650c47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373b92a5-662a-4b90-b9cb-83290762e592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339c48b3-86e9-48a5-9c04-078b86d29100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37286017-4586-4aed-b988-f6739b7ee812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14c9006a-9791-4590-8b4d-3add18fa7222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3999bd11-e9d7-4b9c-bcc5-896427ebc8b4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aaa204f4-0706-4ac1-a3a4-2f40ea70fe38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b2bbbf37-126b-4d6d-b81f-5b24f4335de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88e8d2e8-45c3-44a3-80c5-cbe90b63c502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c4a36292-3ad5-4c86-adad-9daa8b999877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73f9d9fc-713f-4c91-82ca-02ab05aaed26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8582ff15-5429-4039-9bf7-d226b10c4fb6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a48812e9-44c3-46d0-8503-3285aa8ab098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d1fac9b0-58cf-4608-b7fd-7150452a8354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e6f4f89e-65b5-4364-904f-4f7d71ef7b41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298509d2-3b54-46a0-8624-7e3e7b810e74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626cccb7-5f33-4185-ab3c-f7fde2598457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928218a9-85b1-41fa-a1c2-fb0a95584c09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79122334-f8a3-468b-9544-6596ca5a2037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35ee59f2-a538-4ee1-ba32-1a4a3364fc15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742d7adf-9823-48d9-b83a-3196f29c8087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3833c3a-e6c1-4926-91e7-07c952694398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50f4d428-c73c-4461-a84f-4aa205025653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8506d8cf-d348-4324-a40c-6f8df1d6f5d8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9a5296b7-1827-4a35-8f9a-2960cf4999b7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6a5c45ea-f627-4f6d-a3dc-e3510a0c5af6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1aa3bb8b-5a62-407b-ba8d-34ae67eea08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9ac910da-c7ea-4226-80d6-9c67fb0dadae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9050ddad-8757-445d-8ef2-84edb8f28166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0" name="d90a4aba-0d33-454c-ba9b-cff354f002c1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1" name="f0f25f84-17ff-48ca-89e0-bfa9ed4ce853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545134ef-33bb-41d1-b5c0-ed7e32d562fd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3" name="68551223-5874-461f-96bb-3f3fdc3e55c3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23195f2e-5357-4882-b320-6c9dc93d5a6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8a7d0a8b-dd41-48b5-a740-924f3439d2cc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d3c71177-6328-45a2-8bcc-1a1687dee07c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45ffb32a-88a7-409b-9335-5b81f1465d1d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03fbca9d-528d-4b9f-81d2-5eb3094e1717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857d3531-8493-40ed-9cc7-50f72e2010b5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1eab75c2-5ccf-43ba-922a-b0594c096806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e01b9a74-3ee4-4252-9fee-5ed713d561d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89b92665-8d11-42f7-a9ae-98e378475c4b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ecf5432f-be9c-4c86-b862-beedc8b8c593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d4a93da7-0dfe-4a42-a512-d2b4b9a35f54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6baa8994-6281-4afa-9fff-72f06ecbdc50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dd00784e-bc5f-4842-9cc2-2647709e637e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17c33c57-9974-4226-a46f-9eebaf24a485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4bec4ece-8b9a-4e81-95ad-4b13eefe2d4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575bd828-30b8-4526-be19-1eb4bd8a679e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b7af6c49-777e-49b6-8370-27b0d414ec5f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2c418e6b-3937-4c35-b358-dc76f8a30bcc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5e15b0fe-c8ac-4619-b66d-8e0b38534757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374fd50d-df74-4c49-8f82-4a0d88352b73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a3f06344-13d3-473b-8b02-0d2c5260fb66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53a95440-106b-43c1-b8f8-3afcfcb77b6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bafb6bf1-fb46-4433-9ddd-f22994f6f2af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1f4f26b4-1e8b-4e37-868a-ce1a7d98b2c1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323bf63a-3c5a-497f-8dde-ace96b6137c1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cd2b3679-ffc8-4978-b5e8-ecc7d669c01d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5d5beb21-efed-47dd-8b5c-ab67f14d51e8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ee9a3b63-2208-4b92-aa75-1968a36eb4e3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2" name="667bc971-b473-42d4-9067-ba06fdc58279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dc2b478-a842-4f55-a3b8-807775e90ec3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ce8714c0-cb4f-4fd1-850c-da2d8403f40e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15f1a9c-901c-40bf-8884-cf7d2104a52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ec6461d4-fccc-49a8-959a-21226ae86210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33f2ab8e-a003-4a34-835a-2810534b7206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edf7378a-5c89-4cf3-97cb-a04146fb7ed9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183467a7-5be4-4a15-ba5e-839fd07ab69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ae1a8a75-9757-4bff-8653-661a5e4a9ef9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95c2f03c-07b4-4366-8d34-7a5880550a28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abd86a63-de12-4935-9221-53412c452a87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a9212042-c405-4361-b188-8b481c1c548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2817d121-bd70-4dcf-b445-bcef5a9238ff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6795d4e1-5703-4d9f-9ae0-710f9a139975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1390ccc3-2fe8-4806-88cd-6e7eefaa2f7e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50de8c85-678f-4aba-8483-13387a3d0b60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83dcd7e6-8380-45a0-8475-865bfd1f559f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c281f4eb-d6cd-4c17-94fc-aaf33abd5728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bb666444-6883-4188-a147-f4ec96be229b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159d2f30-6659-49c7-aa0d-fea9520030a5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5e41ac31-f47b-4e34-8f90-a3370119416c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4b97d537-e7e6-4d8d-bd03-ae224cc53117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c895d755-464e-4f3b-8a71-8f2ef504114e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7aee3a1d-e73a-4fa1-9653-4b34436419d9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66983842-6ce0-412a-bf6d-5b1c6bdcb7c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67c6e649-67b3-4110-9d48-c78f984bbeb6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c6b9d34e-478d-4f50-9129-160ec47c5888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6186831a-98b3-43b7-a639-1ca5a38ff791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44f46708-177b-4b80-b004-aec3fdc5000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adf34fbb-0920-4e25-ac1f-e222cbe50fa5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948fc37e-b2e1-498d-ac57-ac57e40b38f2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 listener,各管一件事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1477e53-045d-4377-9863-b92b20ce723e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28f5ac4-eb01-4cd3-82fa-4719a8528818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2e59632-3aa5-416f-b396-ad154e8ad04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1265655f-d2a0-4ea0-89f1-22a7f93a83ed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94518029-4930-4c2e-aa67-004c52ae294f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listener:ssl.client.auth = none</a:t>
            </a:r>
            <a:endParaRPr lang="en-US" sz="1100" dirty="0"/>
          </a:p>
        </p:txBody>
      </p:sp>
      <p:sp>
        <p:nvSpPr>
          <p:cNvPr id="7" name="e9635946-6770-4761-9a17-efb50df4b9af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f0eca1b8-dfdf-4d20-8718-4dbd7cec7fcf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62fdead1-6f3d-4620-8651-4fe781a0f24f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38f1a0e5-574e-4a03-992e-250ca9e1507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d69c8b25-d094-4e60-8d73-3aad710b6bbd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37b60851-3861-4a12-90b8-25ab442408ad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d0d6c84b-299d-4ef1-88dc-c1d360653ad9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baad434b-ec40-4c22-a39e-e07423c6d725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99f60c55-7657-443e-a05f-18ac7a8c2566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199edcb0-05e7-48d0-907e-fde9023a6f15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fcf777c4-8a11-4bd8-9666-f37cbdc6359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b656b944-1375-4b7a-9e7c-f84039d81090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3cc600ca-e426-49eb-ab60-65107f378e9e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3e20cef3-161a-43b6-8885-cad4f92f4275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3ac05d8a-ed90-4c3b-a437-5452628e8c60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baa90487-375c-4b2d-867e-4f0cde373c6f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a2c6fbfb-59df-4b14-a64c-aac04cb1068b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3541884c-ab89-4089-8fd6-7c9719e1573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b1c36c78-b384-4022-9b8b-406fc2e6327e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33085f82-186a-4ad0-9610-b49103e4f0df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ccb07dec-3106-475e-9241-694db1fee763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12cefe2a-2342-485d-a870-001cdd1eceb9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7a31c86f-4b4f-446c-80c1-537fade1b7eb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e1f8d0f-bc4d-437b-bba5-86826b863c99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38b887d2-2d86-4479-a0ca-b0bca4db5a59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2edce681-c003-4bf9-bb2f-f146f456748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c11ff600-f9a5-4dd4-a97a-936f9f5ba40c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6848a7ba-8479-4ba9-bc72-98ab6ebf4d84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9761d9f1-5198-4fa6-a813-c863b5d4f253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e49e9253-12c2-4d88-a9f6-e6ae2ecd35b7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95144f79-3f46-4bfe-8457-82862e4d0fc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267f2cdb-4158-490e-bca9-add63e8e29b8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38c3554b-36dd-4c90-9b5d-f5627f17a2f7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782bd392-e411-48c1-ab4b-71430d565497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be704fa2-71f6-4831-8363-d4b2c9e259a6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da3eb884-3ca7-4fbd-91c4-2d7b33a8f0e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d5209df1-73c3-49ea-a1ee-3d32d79e36e4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506f736c-0a58-41f4-8c5a-9e85d942ed62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797d6dca-fbc6-4453-8550-b0b43f0ae16c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a142d61d-655d-4b06-b61a-97baf7be8308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2bc4b627-40f1-4e5c-873e-eb0f04a09b2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4bea8ea7-40f1-4ef5-81f7-1c627b928979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bb2fa93b-3499-4cee-ba3f-7d55a992c4ae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dbe99675-4c76-4fd4-aea5-8eb3e49232fb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3f7a8d45-4cb7-499e-8962-236755a723fb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129f1797-d9b6-4759-9f05-269ebfba274b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168e5304-a14d-4be2-8d8f-405b2d066123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a405ebca-3e55-42ce-91b6-18fb5b8499c5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7cd0ce8c-9587-44e8-a708-75d38fcb295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73f9e8ab-156a-4e0f-adcc-2435cbc215ef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e650d321-b117-4ab0-a7c3-ff71103ff28a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cabc2c95-cdae-44e3-ac05-85f391c57dc8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42e7eced-7fa3-4a39-b0ba-4d2993399b94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ea62b901-1c1c-498b-be62-f15ad167a391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196ff40d-8bac-4857-89aa-22551d422010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5e8ad51c-6180-4f2b-97ca-de31291d682f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2c1c2d9f-9bc8-49a1-9766-c973cdb8af9c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63e165ee-47b5-4c3c-a55c-f41371e9de7f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550e9b85-16bd-4503-bcde-119f06acf90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d46d258f-1925-4772-9c3a-8152bd0a813c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b5b70f8-88c0-4c23-8930-0a134efb9d83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b7cb0def-904b-4ea2-b190-978e3917c9a7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6d4f60d5-179d-4318-b5f4-023e32e827ce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21e7fb25-dbee-4227-920a-b34004bec1ed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e5774309-8a8a-40c9-8812-1132441fcf00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e45d911d-5408-4ed0-9600-1a857e1ef55e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8a8f683e-8d5a-42fb-95ad-b293cfeeb4c4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dc30abf2-8ad2-435e-bee5-e714c367c34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191dbee6-541c-46a4-b5fd-3f44b465654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c75f0819-526f-4d71-ba31-42d7edc6c7a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6b054255-208c-4422-9b5e-06525985d78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8f0fe063-644a-4a55-b90f-85148c6cd4bc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8ed7824b-7158-40fe-b282-cbd9af979656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4e1d5415-641e-4606-a39d-43162ad27771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80330b25-5a62-493c-8b6e-cba3341c4a0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9dec19d1-f026-462f-a926-9b0173efc6a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16b00a43-d569-4c31-a49b-cb4753fb2cb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f72842a6-e7cc-4808-aa23-a0cfc91e3965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41066296-546e-46a2-8a66-02ec061b28b7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f052da64-fe6b-4826-aa56-6f5d3ace7ab9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3e0f045f-60fc-41dc-8354-5a2ce4842c76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4606f82f-b969-4dbe-a23b-987c8a215666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e903494e-d995-4803-acc0-fd3aad7ae0c7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16b85e5a-3ca4-4b77-9fa6-954b1ddfccfb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305281f1-9f99-4fda-8a76-6a5f9dbbb29b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19e2fd75-b047-46b6-9065-093038abf144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c5864544-1e52-4e05-aee1-2d1bf8f51fef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f8b46220-49a2-4def-9c86-0ee0d0cab74b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46741938-a906-4508-bcac-efa171663168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d71124ad-cf67-4af8-b20d-ac3c8e2f7b32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7a0d8481-77ed-480f-9aa4-3176c978af02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dd46d33a-69e4-4f10-9114-ad0b3354a70f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2ba2377e-f361-4464-bef0-03b22c6f35c5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6524a85e-268e-4de3-a970-9d181ca1dbd5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0ecf8d23-3118-467b-9ebd-2cb65d30beb1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9b906e35-5256-4faf-a1b2-f0df671522d5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a5d056f9-f85a-435f-9670-7f7e621ed3c0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f497a276-cb56-449a-8f30-6624381fa0d3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298bdf54-af6e-4e12-8d67-076a41095fbc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8f504cb6-398a-4859-b45d-7892136e55ec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e83bec99-8645-42b5-b786-37219193534c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44d572b3-47d2-445d-999b-138b6d9f63ca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fc38feed-b726-4736-809c-f515994936a7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3f02e429-a956-4839-b91f-1ea92455811c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56bb16eb-82c6-482d-8474-63b24dc9b6c4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5a106766-07c0-482a-a35a-eb05a0f0a82f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400" dirty="0"/>
          </a:p>
        </p:txBody>
      </p:sp>
      <p:sp>
        <p:nvSpPr>
          <p:cNvPr id="48" name="994dfa03-930d-4d78-8456-c7582dcdc59d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9cab7ad-7471-4110-8f6d-00cb70eb263b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6f6a20ef-4256-4e12-b5d5-52e862bb8432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7ddcc4c9-0767-4a90-a8e0-66eee86e4d5e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548dab94-f2ed-4262-85c4-0c3df25c6481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e033341b-ccdc-48c5-a04d-4f12f725c913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39ad4b71-dcdf-40a6-8e75-8096716db302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25f3fbb5-aa8f-4a32-998c-d1f5bf393ccc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5b9e5a23-30c2-43fe-a660-2396445bd888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d4d6d4f3-f8f2-48e4-a5ab-2203d5e9cdf6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44bb44de-5325-446e-a3a8-05245c824873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5093a50b-00bd-4d46-a624-b5aa27a1d912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d7254842-6b95-462c-8a21-abde774ca9e1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0da8ab46-6d2f-4c1a-b081-198bc1f7fcee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719c0de7-f0d0-4074-9fb6-512f4dbb0f30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db0f734c-2125-46c8-95c3-5e40353c8ec7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c62c6241-cd93-4fd9-98b5-54efab02a4e7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586e490b-fc67-407e-ba14-4400a6a51fb9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c11c15f8-8e98-4894-830f-c1a8851b4949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261adb20-73b6-46ba-a8fd-44a361e48ae0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10b86fec-dc98-491f-bfd5-a5e425f26348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56ce7799-bb73-4e8f-8f6e-dc0d9b7b2cb2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e69b4fc3-5e50-4dbd-94c6-6fdc4c63971b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c011ffa7-d34e-4c29-b159-16e2f9d47fb6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f17f4663-8cfe-448c-9707-622d4de78828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a04f434f-c0fa-4a4b-8ca0-306295afaa66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24028ec-4ff1-48d8-ba40-c5088fa08dc5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720b84c8-a7d3-4e59-bcae-ed2204b32aaa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3f44f8d1-8f1c-4af8-8646-6f5f5a39e134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e0632239-ea73-4cee-88e4-fe82920d6161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8fcc8cc2-e3df-4467-99b0-e360565445cd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b33f0b31-9a10-45e8-b8a8-9a648dd6054f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5fe7e695-ae90-4c6c-8d10-826b9e7d4a70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dd3cf67a-4ca0-46e6-92ad-ac148d859fa6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03bbce73-56a4-420d-a721-61ba89447204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c30eb99c-9c81-4fe5-b769-1ee24ae7753e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c0645644-7404-41d3-862f-77722f113733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fb020f6a-4f24-4507-8ca8-b98258b28526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c797a296-77b5-4169-a8f2-6dbce822376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1b0106f-508b-4a19-b0d6-49ac9f8c0cfc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e3f67278-f569-4815-8878-d2a440b806d5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4f1c1b8c-1616-4d75-839c-21019e6a6099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a10612f4-867d-403b-9dc0-b35250af1ae6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6ab37408-b43f-4926-9bcb-67d495d707b7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5289eb0a-b3a9-4d7a-97cd-61b9133e52be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f656efe-7e24-409a-a76a-3ffd65514e24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f52e4d2e-4ca8-41cf-b161-9470805eaa07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0" name="f321b4a8-125c-4014-b91b-570e4d8467e9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1" name="e48b3780-b8d0-4e86-bfe2-8dff8b6de760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6027862a-6544-438e-9699-bb4269ce7cc5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be5473a6-4e5f-447d-b620-15dba0f64cb8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69ea41d8-0373-4520-930e-1d4fc6bed4eb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15" name="2e34bc80-0b97-4725-9aa1-911c608b21e2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16" name="eb4e1129-3dd1-4a32-9a99-9244b2129a74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fc1a5801-62f0-4c64-b7df-d59cd7021116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c6ad03a3-8733-428e-ae19-aad8fa3ebb49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2edd2cee-b267-419a-b9af-55b952389951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0" name="18ef9c12-1412-4755-89e9-de1e9c210829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1" name="52714d22-ad37-4529-9690-ee0eac4ad1b2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52e20731-24cf-4cea-a797-29bb80f764f1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2a0c4d8d-0ee8-465c-9222-4f32ea84eee3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c6ecb568-5308-4b01-a2c4-669badfc619d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25" name="a6c9090f-72f5-473f-bcc1-0a016f8e2c0f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26" name="4a231f8f-70f9-40c9-91c4-916d2ed7badd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020b98ee-22dc-4547-ac9a-5f8f2fac018a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b41f9e72-0c5e-44a5-8112-8647f694e62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bedf54e5-268f-4158-836c-6db67e29ecff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e6e4c4ee-b16f-4fd3-962e-05c72bbe01dc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729ae75f-be43-4321-a3e0-faad0301fa19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2752cf50-de5f-4420-9344-f20bdbaebc2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d884b70d-049f-4d57-8bbc-addd28c2d90f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62ac4d33-6bbf-4b00-abc0-928783d64930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4e7b7bc3-6ba3-4674-bc6e-86352905485c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75516d2b-208e-4b87-830e-fbf05269107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e207d07f-e0dc-4481-b122-4e5675115124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沒有服務帳號</a:t>
            </a:r>
            <a:endParaRPr lang="en-US" sz="1300" dirty="0"/>
          </a:p>
        </p:txBody>
      </p:sp>
      <p:sp>
        <p:nvSpPr>
          <p:cNvPr id="38" name="69c6be09-3547-4976-9d87-08905175acfa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fb4797b2-65f7-43f7-b947-6b1fbe8c0c93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f43fe062-76a1-4e41-947a-980b02538afb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7c77b1ae-4af7-4983-a654-7fe77737a3be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c611f6d7-035f-48bd-b0e9-12a54af77b5e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02201d1d-5e40-44a2-9a0b-3bdceb58da0e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573995a1-7b18-41ec-99d6-1bb6c12faa55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85df473b-be23-44c9-a4e7-8531008671c4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88a8b74-af84-46d8-b412-4463694c8ff1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27eb9774-a354-4b9a-9d1e-d782625097dc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012d8253-0c0c-41d3-979c-461aa6fba14a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0fa8707c-7339-44bb-8593-f0dd97aaee0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31063c6c-13bc-48e1-9fd4-e2de6c453818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48c467aa-9385-4de8-87e8-76f3c70e3190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b0d68cd4-bcca-4c06-bdc2-9e588911eb13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2f604dba-8fe0-4983-a277-5eefa4f84fb0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feeee260-4de6-45f2-8380-64a0e2d7c860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834b6e7a-84c2-49da-83bc-c23e77bc5aa4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45e90d92-1970-4c67-9b20-1b09e83da73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9d63a901-89fc-456c-99e3-aba8dc0e8dd2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ecb01561-a48a-4c5e-a988-cb2c39a36f16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f3eac6cb-e664-481c-983b-f88824bf2813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67d250ea-5835-444b-adee-a705b57381f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aa8e685f-d5c4-45a2-b5ad-a201b287d31f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97341ba9-7710-4080-87d9-599bd22f049b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9d87b2b4-e638-4d2e-a8fe-938627721619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3d6461f6-dbab-4c0b-9f93-20f7d5b044f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b69f17dc-61bd-44e4-bf7a-6b6e6bc1b0b5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544264cd-08eb-4ea8-933b-3c57e0d8fe52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8d40d89e-e040-4647-b488-5dbcd8ab1617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7ed1ee43-16a0-4c3f-b41b-df8cd9d2dffd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5d45b29a-4deb-4103-a233-429b46105b3b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e5f80b18-4eca-4e0a-88e5-088fe3b90833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877fb859-9c92-4f89-bd2c-f3181208699a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e3a0a323-b01e-47ca-a29e-901afee61e01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785e23e1-4a8f-4fc1-9837-a7ee0c4bc9fb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bb5719e4-8c20-4f04-be68-1e7c7fab792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668c11fc-8a12-49c7-8163-474249e6efac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e65ddbad-1f12-48fe-b893-d85c6747737e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97a94f4b-e29b-4425-b431-cedaa9294914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1066e74d-007d-4ee7-b7eb-fc3b23a3145b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e1816abb-76f7-42bb-884b-6f4b3543a6f7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9f386d8f-02e6-426a-ba0c-590ada0c4c0b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d7d0e7e5-28ca-4878-9da4-ce27daff6b2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815c2467-43fa-4cef-a1a2-82ee17d1ae9b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3a727aa3-4665-43fe-be7f-6f7552f082d3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7b042734-619d-4f42-a996-0ac00668331f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0d73f2c3-a744-4cd6-aba7-58f090bd2252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b5760f3d-8332-43ad-96ad-e715e47cda0d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99f19efc-c601-4419-a283-be05ba5968b1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2e0da7ee-d750-475b-a248-879806b9caca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5db8575a-c01c-41ea-b907-b11cf94070c7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bf4d13a1-b46b-486e-9e38-f9f4545d7acb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65da6c7c-b5a9-4d8f-b374-d82f909dc967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6e5538b1-e5c2-419b-b764-9ddf3fa2098e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4d345abd-872f-4321-b3b5-e636f6b78cf5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2baf8bfb-443e-4fab-8403-c950fa3f9e47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46d2277b-0699-4329-b7d4-2545c12df28c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e98c6914-f146-4e25-b752-84c084e7cf67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a664068a-7dc6-40b2-a5fe-5a058434c930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8f94742-c24a-47a9-b130-0ae24e14c58f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f048884-94b3-4012-bb9e-ccb0733b785e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334a9807-5976-4e54-aad8-614bd34fe247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d2794fc2-e680-488d-b6e2-eed488321d2c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b1f343c4-1738-46a4-b888-56bccf990103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60488978-1b50-4351-8917-c32f09ce4a98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2e17be7d-5155-46bf-b469-7fe0b68d3773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c5fa98ff-420b-4c22-b7ae-c76812389294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37fa394d-502c-4509-a64c-62ffa43d64a2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5eb5aecc-4c16-426d-a225-dfcc1b4e5d17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25883c26-7d02-47b5-81de-1cee83434aa7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247b3eac-7586-4492-a87a-90dc6135c4a6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75d713c1-b79d-4169-b6c1-cdacfbe447f1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914cb1dc-e42c-4986-b0b4-3ea66d36b852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80de8b2e-5298-4e4b-9c83-4e3ba4ae4173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4e6ac209-d877-4619-9bb7-bb4cdc638bac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a3c22b80-085d-4c70-977f-33c03624cc09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839ce971-2b9e-4822-8cae-3690b4dd0364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a9387eae-633f-4bd6-bcc3-1493ebd390ac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b637ba1d-46dd-47c6-8545-1ad17795124e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251c0a96-01a9-4489-8e25-1c904e56c37f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073d38ae-3452-4048-b511-4b0d40667c60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a41b5718-ce60-457d-a76c-fe29c0c66116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a70c9568-d43b-46c6-ad91-58113bdb11fe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7bea1cd0-823e-46e3-9db9-7e7253851367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10c24777-f8a4-4436-b61e-0c3151d9ddc1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7ea2ab6e-2e3e-4088-b773-f3baa3fe6ac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cb89694e-4334-4c7b-9530-9b2062e06f36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8971a66d-f189-4cca-8eeb-7e8bcf7ca616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007e9088-8b88-47b4-ae7f-286533cf5fea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48b9b1d5-a39b-42f6-b939-a43b395b29c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96eb6302-b03c-4aed-9d51-d229b8b538ec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0b82a3a5-9fd7-4dd2-8696-654c47d9c435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0cca7ce4-fea0-4686-a6d8-12fb5f80113a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4c850bd4-fbf7-4396-971f-78d52db75bfd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40dd9d3-5213-455b-a433-47a756f4d673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a943cd1-bb77-4cdc-aab0-2490fac7183d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2127729-a195-4388-adb1-d728371ed1a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af390aab-3900-445c-838a-8df069ad9abc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57f2595e-f276-4721-a5aa-c5238c6b67c5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3dedd5f4-6d9f-4f0e-ad7b-3e82c650cc41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8d50136-3f39-4797-9d70-5c9b24de66a4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9d876aef-f6fd-49bd-93cc-8f6687750c8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87078214-1116-4199-8002-cc3bf9b2fbce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82d22e43-9fef-4e9f-a4be-201a07277273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2c4f9cf9-2819-45e5-9a6f-6e96f31b0557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3eac5558-ca53-4341-afb4-5dbfe080ce21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50fcd490-cb91-41eb-9735-13fe80ac90a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3cda8f6e-8f3b-4746-92d5-eafb8e4b0c95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bf7ae58b-73bc-4dce-89ac-f451b10494a8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d7ae5874-c786-427f-becc-06836471aeb2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918c93f9-a667-4f10-b640-d4e03201ec23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7b0eb9ae-a42d-42ba-96b9-0b08808dd51c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8f5ab36a-ec7e-4ff6-b47a-914d9891377c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7ceb8666-06c4-47c5-8350-9e72198e6cb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a2e97cc1-6c5c-4be7-9722-0479db10568f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582f2b22-c95f-4023-b79f-4cab7e622ece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7f521faa-c5bb-4ddb-9aae-6b9144ce7953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38203389-6ef2-408e-b18d-cd1a65b47d0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433f47e3-39fa-45e8-86db-84181b8b5cd3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7" name="25947892-34d5-4601-b047-7ee1192b1780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512f5c7d-a00a-4b39-95c1-05dbd5363388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d9197ec-0e57-4149-811d-d98b6fd0a3ed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6c5a878e-cbeb-4db9-9cbd-2cf3f2e79d0c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41bad664-fa90-4cdf-878d-a2fa1ef42e7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4b9f94c7-5597-41d1-9729-7425b01be800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d92c0a34-2dc3-4bcf-9ec0-7ec8efb58d2f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856c744e-e956-46b1-96d8-2815972e5f72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f05a7d38-69c8-48ab-b661-28750559bea2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0a9351dd-a1bc-4fbd-ac91-a8367209113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b0dc1170-9041-4256-a49d-64a391e5dfa9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61f43b7b-ccf2-47ea-8cb4-dc465f9d82ba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c6b13296-3ab8-44e5-ae9f-188925f4e5b7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5a1ac27a-5553-4e9c-881e-bc7304c305f3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61aa2ccc-feec-4f6a-9ca7-80d763a38c2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0a39bc71-d687-43f7-9328-75bdd807534d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8fe3390a-8ab9-433c-ac4f-f7961947f533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dde90a27-d3fd-4eed-af18-85b48d9167c1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4792e882-3301-4aaa-9022-3e9de495bd47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747a9836-5512-42ba-8424-03fe6c24cb7e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2caa1a7b-2eab-43ff-ad6c-f30dbabdf344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07f633f5-607f-4697-94bc-1cffce9d9cf3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4c08c7c5-3e27-4319-b2a3-511bdfa060e5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6384ac8e-6b60-485f-9f71-8e02e3efb2f6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c2d53ef-e762-4aa1-b8d4-6dfb7818f374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8e4afbd5-8369-4ad3-9707-5c590e9f3262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ff2f69c-5391-45f6-9a1a-b20b5f6106b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3153800b-44bd-4ea0-928b-28c17b9d4322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a50e44cd-2531-41d4-a534-9f8233a2b83e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ee6206b8-c094-4c71-8500-d6751fda307e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bf2b804-f163-4f8d-b211-a1f85e0baaf9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12545e7-55e1-4135-b631-8f30f3e4da1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ebeb3c02-561e-4c04-90dc-a994e4dae2e2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ed09036d-e73c-43a6-8be8-1c13970bf2ec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2d1eb29a-aaa3-4f21-a90a-e4c83a6ff9f1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0e264c64-b9f5-4684-b252-5f2173b7a5a6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6d5e88e8-c415-49d2-b4b1-5171bb65dd50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e87d4092-ed49-4a49-8666-56127e325376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25946f5e-9b61-4d6a-8657-33adf56b69f5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930371a7-de57-403c-b2bb-d638daa3263d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f3e3cadf-520a-479a-bd53-b7e4347ef1d3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dfbeec8-880a-4908-b474-58bbb1ba1bd5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d7ac626b-b3af-4f7c-8ced-0ecce4b7c9f8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029a6f98-9196-4b79-9452-6a03396c1e75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786e32f3-5ee0-43c5-aaf2-03e66bb4c09c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31543e15-45b6-47b0-8d19-7a7c29e264cf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7fe83581-09e4-487c-a4ea-775116df4018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31b87b41-f158-4550-a318-a4eeb22d684c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d7796077-dd8e-43c0-8efb-dff121458c55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8f4704da-e779-41a0-9bfb-5db61b9fc8ec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b63ce152-919d-409d-b843-dcd3a2f5117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b8ce6933-ddbb-4001-9ee3-5e371adbd5a0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5645c8f3-45f5-40a0-a4a9-64ae5593c6d2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2541ffc7-8930-447a-a115-c0aa30feebe9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214305df-c704-4ff6-a5ed-6ff4c7192fab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94f4dac7-f13f-4c97-b3e5-969d473401d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78ecb7cc-ec3f-4410-9f30-d4e8bf33f084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d4e03dcc-bddb-4915-b59f-12f636e63035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acf75d74-2d63-4aa1-bd97-f266bcc37ca1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7a7e40a9-5829-462c-84c1-a178c2dac42d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e5934020-911c-43f9-b394-9b039bf8dbd9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9339c8e4-ba5f-498d-81c4-0f2b7b18b89c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d5bd3d7-8447-4db0-ac0b-314f553f27b6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957cd67-8135-4566-866c-f38a3112e356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16a6e9e1-680a-4474-a24e-bff1b8d8ca4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e90bea6b-6a23-4d62-9cca-355348aade6d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9f0a800c-d4ff-427b-92d8-49952a7a71b7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c91c7a34-cb8c-4681-9042-b8fcec0e89bb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ff223a55-b38e-48a6-8845-6bd52bb311ae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f75ea54e-b7b4-47ef-bb1f-3b9691e4ddae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1949910a-8ef2-4e81-83bf-7f0e855c60ff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561d8919-5723-449a-980a-4a4d262b09cf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d46d27af-3622-4bcc-acb1-e2bb3c464085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4e495e05-810b-4b73-b24b-e0a55db6f6ff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c0cd02d7-7a42-49be-af54-7914bc371571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2a337fad-df48-4a17-b7a1-e3f1b91ac0f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3407e0ff-c1dd-4121-9aee-9af26acee11a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65b5a304-347f-40f1-bb9d-fd4e239de892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959a2c50-3c03-470d-ab38-d3264bd49c1a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a36792d2-4224-4876-aa96-33e223c49f5a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驗證並取群組</a:t>
            </a:r>
            <a:endParaRPr lang="en-US" sz="1100" dirty="0"/>
          </a:p>
        </p:txBody>
      </p:sp>
      <p:sp>
        <p:nvSpPr>
          <p:cNvPr id="20" name="162c8355-efd9-4652-9992-f7f3133c5428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9af22821-c845-47ae-ad04-3cc5dee571d6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2" name="22cdf271-b56f-4323-87a1-5273d018ddf8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6a45789e-1bab-4199-8cce-6b3463853003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24" name="b673fb59-6f7a-45da-9047-5c88ad084e22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4ae1644d-c21f-4bf4-9521-613c56f14749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da41ae13-97b2-43a0-aeb5-eade2820f7d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4f4728c5-3364-4111-b227-728119756bcd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182cb96e-7933-41b7-8119-34a6c8173604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621e8076-8f66-4520-af43-9463794e0e4c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43ecc13e-7374-42e6-a6d3-a31a6542ac8c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e5e15dfe-6b49-4c4f-9cbb-15049aee2cd6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d0f2cdae-f355-42c2-92a1-074afc21939c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c3df4e78-7436-4519-af0b-1586ffc8f4c5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824fb5cb-cdd3-4b39-a088-ecf927f99728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22851422-3fe0-478d-995c-7cc12d744ef9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f045187-b0dd-4865-b775-3b035c174a3e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81a21cc-5f00-41f6-bbfa-b481bdb555e9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0ee236c3-7205-45e7-bae8-d2a5272d16e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6cb382d2-1e91-4bfb-a2b4-9e568196fd0e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dab3ea2f-9947-4ab7-9684-e85f8e0cc2fa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5a2f9f0a-78ce-4ff0-81f9-6aaed1b12de8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c0c5f227-7bfb-4e0a-a81d-16e714c0647d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2a09cacc-a6ff-4180-8423-b60a25db9228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c71ddff6-2a66-4a98-bff7-845203b70e7d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1" name="8252f689-27c5-43a7-a115-30c169b29242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a263cbf3-3b62-4283-89f7-dc96f62398af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13" name="85b7889b-fa65-4c05-ad06-dd9f67aa5211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b7c4e2de-9050-4645-a9e2-693ae09a99b4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4e3625fc-10d9-4586-aaff-d2e0567629c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7885a9b0-e511-43ab-888d-1102e27a6b5c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7aeefada-73b2-47df-a61a-b9d0b567305c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31072c83-92d1-46ca-80ba-b45ee2e44a98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419bcf56-c676-4938-bdfe-d71b108b19e6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1b2273e3-52a9-4f0a-9d91-483aa83527b3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390f67c5-6ab3-4ff4-aac6-c6c61ed2e4e9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679bade8-923d-4124-912e-e01f6b326414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c23f27a7-1b6a-4d7b-b2f9-9aac49d4aa84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f1ec54e5-1dd1-4e6a-8d81-d9ba037b91f9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01ef8f54-d1e6-4d99-bbea-c2507175578c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edbc74d9-94bb-44a6-89dc-be1db0fc80e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35a95fb7-ad01-4193-95a7-33f8eb4e8aa6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ed03d5cd-ae80-4780-826c-a77e6decf000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a010d72e-0981-446d-bc43-b79bc4ea5646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8612e787-e9bc-4a88-ac32-3b9a5118f0bb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1c4161b4-7d25-4881-8f91-61b567b4c1e1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ca23cc97-71e6-4ed2-a169-6c68752951d9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或專屬 role</a:t>
            </a:r>
            <a:endParaRPr lang="en-US" sz="1100" dirty="0"/>
          </a:p>
        </p:txBody>
      </p:sp>
      <p:sp>
        <p:nvSpPr>
          <p:cNvPr id="33" name="ea7d4bfd-267a-41a4-abd5-0bb56a0b28db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6ee4ad22-6ca9-4b71-8f08-327d456be400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2aa11f4e-135c-4de2-b204-4e9fa2405eb2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b4418f79-6ccd-489d-a03a-7c1b273b4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可省:若客戶能建一般 AD user,改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SCRAM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bootstrap 憑證同名的 super user;break-glass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fcbf199-83c2-426d-b55c-26ed0cd76838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9682d9d-b062-4207-a68f-f8642a32ac9c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3643230-305c-4b10-8e93-5a49c2367515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e06b7f3-1ca6-46b1-b41a-6e27db570373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4291d59e-06de-43d6-8e72-579c94cb65e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9eb11a00-77c1-43ef-9f55-49c0ec88af13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22d47843-d0f1-4150-9730-3b9d6bcf8942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</a:t>
            </a:r>
            <a:endParaRPr lang="en-US" sz="1050" dirty="0"/>
          </a:p>
        </p:txBody>
      </p:sp>
      <p:sp>
        <p:nvSpPr>
          <p:cNvPr id="8" name="005c7923-58c1-407e-b982-e9de9c24fc3b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725db164-7d8f-40f6-b3cd-a11680555da0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25073419-7410-4b3c-a62e-d9a3707e1a6c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6eabbb88-beea-4efa-97de-8fd5bf3c3a5e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b8f42348-a794-40ba-a298-2c211d9e5b3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0bbcabf2-a699-49e0-9f8f-e2e7665ec8c1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07518fef-c3bc-4a7a-af1d-94433d605a83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9984b0ad-2eb4-4735-9bb9-87f9979aa6e8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002751e7-1ad6-4868-a966-62762bceac7c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e838e0d0-6fef-4001-94e4-68d397f17294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60b8cd53-f29c-46c9-880e-ec5b46c4faac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cd1405dc-cba7-45d7-a254-aaa7101807e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d860f001-2175-463f-80ca-dbedd7df48d6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f0de895d-1cc6-4115-a473-6d9a9c3a554b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 listener</a:t>
            </a:r>
            <a:endParaRPr lang="en-US" sz="1050" dirty="0"/>
          </a:p>
        </p:txBody>
      </p:sp>
      <p:sp>
        <p:nvSpPr>
          <p:cNvPr id="22" name="dc0c7312-84dc-4867-880f-15e042aa0692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14facbf0-0b1b-4814-ba3c-bb27ca527f36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9b7acf4c-80ec-4147-bdcc-0688ee5d22ee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66a7ee50-47f3-4274-a6d1-2b83c28f5bbe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153a6ce5-028e-4646-9453-3c78adb1e9e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6bb3b257-6287-4501-8e82-7d10c688a40a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d5aa5383-f03f-44d6-b35f-38e18fd73db1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f9d3ffd0-68b1-41dd-9862-4eeb32e3e2bf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23969a72-f8a6-431d-bede-ceece51977a7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cee51950-03dd-4ce9-b700-21dbf0760fc7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d696bfc2-b983-4451-a61c-89bc2f99d6c7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ea957d85-b653-4965-846d-139ff37fdf8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4f13fc3d-59d1-4e07-a2d9-1cd10c55e497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 · 監控</a:t>
            </a:r>
            <a:endParaRPr lang="en-US" sz="1250" dirty="0"/>
          </a:p>
        </p:txBody>
      </p:sp>
      <p:sp>
        <p:nvSpPr>
          <p:cNvPr id="35" name="807b666a-927c-4459-8384-9d136cad92a5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+ Alertmanager</a:t>
            </a:r>
            <a:endParaRPr lang="en-US" sz="1050" dirty="0"/>
          </a:p>
        </p:txBody>
      </p:sp>
      <p:sp>
        <p:nvSpPr>
          <p:cNvPr id="36" name="faf3d451-cbb3-4f4d-af40-704dc7daf0c7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7bdbd7a7-8591-4d08-be7d-2c16eeadd2ef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7206ccba-4db6-4e8e-b41a-9b344dc1032a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13a4ca8d-6f59-4fc3-9cc0-f0f3a0c9d010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2d6012df-d652-4810-9aef-0090694cfee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e301c5b8-3686-47a0-859d-b15fbdfdbdd3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8cd729b3-4503-4aff-93bb-f10f2dd7075b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f7cdfc32-3398-480f-81d9-c16e10215791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4" name="697f1d16-83c0-4622-b596-522a326c0c16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24cbd679-1d60-4820-964e-08bb7895c22c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90daf6f-516d-4a62-86d2-3ff1e9e2803a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3dddc625-a5a8-4460-b98d-fe05787f2851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9c0eb906-46a9-4c18-98e8-264e075964f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e8965c35-cfaf-40e3-b406-81b016790fbc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1a14c99c-b652-4b8b-a7f6-c3fbae7b8c10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e9705c06-0c8f-4c4b-91a5-1a16dd4ce3cf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04e6d40a-abc6-495d-928d-408a8ba015ca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e0012d79-eaaf-48a6-b5d9-d88969e3b693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71ac21b6-44aa-4a4e-a726-74ebbecd525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29f59329-e290-4efc-ac60-71460a8221ca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b125e7ab-cb57-4a22-a0a1-510207919d32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6deadc57-363d-462f-baaf-561057183231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0f6728e7-68e2-4bd2-9148-af8f2e9cc461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ba5bcc3e-9a53-4838-839d-8f94c151583f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29a42142-8cf1-406f-85d3-b6b6824776b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1d601327-94de-4a9e-9b0a-34b2e0a06c87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私鑰</a:t>
            </a:r>
            <a:endParaRPr lang="en-US" sz="1350" dirty="0"/>
          </a:p>
        </p:txBody>
      </p:sp>
      <p:sp>
        <p:nvSpPr>
          <p:cNvPr id="18" name="641cd78c-32d2-4242-b719-c90c2405ab47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19" name="b90bb8cd-a408-4906-8dba-1bfd5964bd79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0" name="cd752c1b-e68a-41fd-a6bd-df32fd1bdf39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0d46ad21-d840-4d4c-99c3-b792d81dc26d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3589a333-94a9-4174-a35c-aff433a3432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c4e52a95-6fa5-42d9-a0c2-b5604df19fd3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2898e5c5-89f8-4bbe-a7d0-3067f75cf500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ded052a3-9e27-4fb3-ae50-d34225c924e6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f0b91633-32ac-4384-ac3c-bf243ad0be20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ae8865e2-a74c-4350-9c64-26857608d0e5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f0b2851a-4f6d-4a04-85f0-ccaa9e4fe54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44673a35-75b1-4905-a2cf-51f7929468d4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9ce37ae7-5913-4bda-a17c-66e4ecb5b765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c17adf08-84a9-4f82-bbec-1c6567a6a086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b30cf663-5c41-4f0e-b603-68461e43821b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f0079769-a78d-4bd4-9908-de7036ee5b0b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691cf789-ca25-4bc2-9a67-5db4382210e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5c8eae4d-87bb-4a0b-94a6-ca245b1abe0c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65493e9d-a253-47dd-af88-ee7dcd1ec876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0fa771de-be2e-47a5-8a30-f146ccb1a101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最需要補驗證的項目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2b5ff67-1592-4632-9d7c-0fc8ef78a71a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f6243a7b-d80e-48e0-8fed-8ed7a7722644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9a3b0195-a90d-4bed-bbf0-edd79546710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6ad31688-27fa-41ed-9d83-151f60e320f8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695c55be-bf16-4658-b2ea-f0e48d2c2fb6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105b4803-3da6-4b01-a07b-fd0c8b0c7509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8d1eae5c-d153-42da-ae06-8e869c68de94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f4b50629-3c75-459b-a077-3d9afcd2640c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46527771-b883-43a5-bf9f-5e19fa893a8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d6fce50a-829a-4577-b060-c5e63a490cd8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ed21f096-fb7b-4885-a17b-56335aa99a8a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383dfeea-6016-4c37-b4d8-c2d3dc2c96f3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b3eef4a3-9f23-4773-906c-bda32ca2d1dd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5583034c-3c35-4dfc-8581-dd0225822956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18f7a765-6daa-461d-a48c-d3cff49f8d0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fdd47d7b-16cc-491c-91a2-e26f248eec46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a1c9bcba-3084-481b-8aea-7732c440c37c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32629865-301d-4535-8969-ee327724d819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e140f3af-7ca2-4426-a22a-2b2e46d7d4f4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這三項是這份方案目前最需要補驗證的地方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Live Demo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七個情境,直接下指令看結果(每頁左:指令與預期,右:實際畫面)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1:沒有身分就進不來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79b469e-7821-4f2e-a3d1-13dba9858982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ch01</a:t>
            </a:r>
            <a:endParaRPr lang="en-US" sz="1200" dirty="0"/>
          </a:p>
        </p:txBody>
      </p:sp>
      <p:sp>
        <p:nvSpPr>
          <p:cNvPr id="3" name="d2efe7f8-8275-4def-97e5-a45340aa2f17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200" dirty="0"/>
          </a:p>
        </p:txBody>
      </p:sp>
      <p:sp>
        <p:nvSpPr>
          <p:cNvPr id="4" name="86ed5a90-de33-4043-b20a-ca7cad452a96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073143cd-e6ec-4c2c-8bac-450d880d35d0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kafka-topics --bootstrap-server broker1:9094 --command-config yujie.properties --list</a:t>
            </a:r>
            <a:endParaRPr lang="en-US" sz="1100" dirty="0"/>
          </a:p>
        </p:txBody>
      </p:sp>
      <p:sp>
        <p:nvSpPr>
          <p:cNvPr id="6" name="d54b8573-9eef-4e2c-84d5-d56c667581e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763c6b9a-8cb6-41bc-ab00-caa20df42c2b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帳密正確 → 認證成功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但尚未授權 → 看得到的 topic:0 個</a:t>
            </a:r>
            <a:endParaRPr lang="en-US" sz="1300" dirty="0"/>
          </a:p>
        </p:txBody>
      </p:sp>
      <p:sp>
        <p:nvSpPr>
          <p:cNvPr id="8" name="d8768be8-e45c-4c16-b22e-fae68cda8d8c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證明:預設全拒絕;認證成功不等於有權限</a:t>
            </a:r>
            <a:endParaRPr lang="en-US" sz="1200" dirty="0"/>
          </a:p>
        </p:txBody>
      </p:sp>
      <p:sp>
        <p:nvSpPr>
          <p:cNvPr id="9" name="fd625e77-7b1a-4ac9-8eb7-2952549cec88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edde2b8b-fec7-4b3a-892b-67a0d9b6a79e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47b2e4c3-9a43-4fe1-b5f0-1ec33d92e5fc" descr="C:\Users\user\IdeaProjects\untitled6\deck\demo-shots\ch01-04-valid-no-perm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9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2:AD 群組決定權限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027af12-35aa-4623-8746-b8cd33cbeb18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ch03</a:t>
            </a:r>
            <a:endParaRPr lang="en-US" sz="1200" dirty="0"/>
          </a:p>
        </p:txBody>
      </p:sp>
      <p:sp>
        <p:nvSpPr>
          <p:cNvPr id="3" name="21f9f536-c941-4d92-9a65-b015f8f12545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200" dirty="0"/>
          </a:p>
        </p:txBody>
      </p:sp>
      <p:sp>
        <p:nvSpPr>
          <p:cNvPr id="4" name="2c6be45f-b625-4bc2-876d-34410ca2506d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cd974ef1-6ada-4319-849a-bf6a9c9abb56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hi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ef8f9dbc-34a3-44b2-bacc-56ce8b502fb2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c4878267-1667-4bd8-aeed-d7deeb5dd05a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不在群組:TOPIC_AUTHORIZATION_FAILED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群組後約 4 秒:寫入成功</a:t>
            </a:r>
            <a:endParaRPr lang="en-US" sz="1300" dirty="0"/>
          </a:p>
        </p:txBody>
      </p:sp>
      <p:sp>
        <p:nvSpPr>
          <p:cNvPr id="8" name="5e1972df-f80a-40eb-9f42-58bbc0e65f6c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證明:授權跟著群組走,Kafka 端零變更</a:t>
            </a:r>
            <a:endParaRPr lang="en-US" sz="1200" dirty="0"/>
          </a:p>
        </p:txBody>
      </p:sp>
      <p:sp>
        <p:nvSpPr>
          <p:cNvPr id="9" name="be33b8a4-da34-408e-a55d-d256fac10752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69e42fbc-8cfd-45cc-a00e-0286ef6b02ed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39c37046-dd2b-4665-b080-31278c37d85e" descr="C:\Users\user\IdeaProjects\untitled6\deck\demo-shots\ch03-05-ming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8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3:依群組分層:唯讀只是一層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de7b99a-fb47-4e11-bc3d-522470b0f4e3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ch04</a:t>
            </a:r>
            <a:endParaRPr lang="en-US" sz="1200" dirty="0"/>
          </a:p>
        </p:txBody>
      </p:sp>
      <p:sp>
        <p:nvSpPr>
          <p:cNvPr id="3" name="5ae5cde2-5d53-4dad-9840-f2915ca86e24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ming(唯讀群組)</a:t>
            </a:r>
            <a:endParaRPr lang="en-US" sz="1200" dirty="0"/>
          </a:p>
        </p:txBody>
      </p:sp>
      <p:sp>
        <p:nvSpPr>
          <p:cNvPr id="4" name="efaa24a4-31c2-47cb-91f9-3eba55908a32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80e6213a-7e78-4840-be8e-90db097f2812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oops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66f9e651-80db-4566-8c31-d00badb7043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00914b2f-e96b-4492-98c1-0e85ffa11a2c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寫入被拒:Cluster authorization 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讀取仍可成功</a:t>
            </a:r>
            <a:endParaRPr lang="en-US" sz="1300" dirty="0"/>
          </a:p>
        </p:txBody>
      </p:sp>
      <p:sp>
        <p:nvSpPr>
          <p:cNvPr id="8" name="4c1a39bf-af9f-4beb-a8b6-6799d30450c8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證明:同一個 AD,不同群組 = 不同權限層級</a:t>
            </a:r>
            <a:endParaRPr lang="en-US" sz="1200" dirty="0"/>
          </a:p>
        </p:txBody>
      </p:sp>
      <p:sp>
        <p:nvSpPr>
          <p:cNvPr id="9" name="d978847c-d3d2-455f-a01a-b1621b0e6b31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4fd32e35-b267-490c-bfea-837491e8ab25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5d8d7949-42d0-4075-97f2-151ba6c9b979" descr="C:\Users\user\IdeaProjects\untitled6\deck\demo-shots\ch04-05-ming-write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4:服務帳號:最小權限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8eec01e-c44a-4992-81df-269ff18697b6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ch07</a:t>
            </a:r>
            <a:endParaRPr lang="en-US" sz="1200" dirty="0"/>
          </a:p>
        </p:txBody>
      </p:sp>
      <p:sp>
        <p:nvSpPr>
          <p:cNvPr id="3" name="0862b01c-04d6-4ab0-ac05-c86566a6d25f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200" dirty="0"/>
          </a:p>
        </p:txBody>
      </p:sp>
      <p:sp>
        <p:nvSpPr>
          <p:cNvPr id="4" name="e4283beb-0355-47c1-8681-05d5883c66c3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6c57e85d-0a01-4ac6-9124-6196a93f3e21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x | kafka-console-producer --command-config svc-orders.properties --topic payments.events</a:t>
            </a:r>
            <a:endParaRPr lang="en-US" sz="1100" dirty="0"/>
          </a:p>
        </p:txBody>
      </p:sp>
      <p:sp>
        <p:nvSpPr>
          <p:cNvPr id="6" name="0a98b0f4-aeb6-47d1-bc15-984c07841c3c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d311adb-a3ee-429c-ae6d-d0b5afbe4502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可寫入;payments.* → 被拒</a:t>
            </a:r>
            <a:endParaRPr lang="en-US" sz="1300" dirty="0"/>
          </a:p>
        </p:txBody>
      </p:sp>
      <p:sp>
        <p:nvSpPr>
          <p:cNvPr id="8" name="e031797e-5191-4207-a541-ec6efcf869b4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證明:服務走 SCRAM + RBAC,只拿到需要的範圍</a:t>
            </a:r>
            <a:endParaRPr lang="en-US" sz="1200" dirty="0"/>
          </a:p>
        </p:txBody>
      </p:sp>
      <p:sp>
        <p:nvSpPr>
          <p:cNvPr id="9" name="82fb0712-712b-4ef3-b13c-23dcc00fc916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b45fd8e6-46c8-4812-a8ac-42062cbfd96e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e3c37a07-6749-45a8-90e1-abea501e7771" descr="C:\Users\user\IdeaProjects\untitled6\deck\demo-shots\ch07-05-svc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20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5:維運分權:能管不能讀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d44ae55-0ee1-4c8f-bbb5-4d85e29d14f1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ch11</a:t>
            </a:r>
            <a:endParaRPr lang="en-US" sz="1200" dirty="0"/>
          </a:p>
        </p:txBody>
      </p:sp>
      <p:sp>
        <p:nvSpPr>
          <p:cNvPr id="3" name="276783b2-59b2-4523-a974-c14f3ddd233a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yujie(kafka-ops)</a:t>
            </a:r>
            <a:endParaRPr lang="en-US" sz="1200" dirty="0"/>
          </a:p>
        </p:txBody>
      </p:sp>
      <p:sp>
        <p:nvSpPr>
          <p:cNvPr id="4" name="660576d9-2e62-4da4-ae4a-eab9d5c29b70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33f01d0f-7615-4a92-83ec-27e2f0a2b698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kafka-console-consumer --command-config yujie.properties --topic infra.ops-demo --from-beginning</a:t>
            </a:r>
            <a:endParaRPr lang="en-US" sz="1100" dirty="0"/>
          </a:p>
        </p:txBody>
      </p:sp>
      <p:sp>
        <p:nvSpPr>
          <p:cNvPr id="6" name="0cab05e0-8773-4881-aec5-362bf8f8971e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b8e99b8b-f33b-4238-ac3f-5c77740d13dd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維運可建立 / 管理 topic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但讀取資料 → 被拒,處理 0 筆</a:t>
            </a:r>
            <a:endParaRPr lang="en-US" sz="1300" dirty="0"/>
          </a:p>
        </p:txBody>
      </p:sp>
      <p:sp>
        <p:nvSpPr>
          <p:cNvPr id="8" name="b9174b8c-fb46-4ac2-870f-ec97f4b4faf4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證明:管理權與資料權分離</a:t>
            </a:r>
            <a:endParaRPr lang="en-US" sz="1200" dirty="0"/>
          </a:p>
        </p:txBody>
      </p:sp>
      <p:sp>
        <p:nvSpPr>
          <p:cNvPr id="9" name="d2e161d7-3c71-4923-b1d9-ee6a0d55243a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a0099ec1-6400-4e38-a791-38263cca87c4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0ab0ba73-0184-44be-8977-0cb5d2f48064" descr="C:\Users\user\IdeaProjects\untitled6\deck\demo-shots\ch11-07-ops-norea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31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6:legacy app:憑證與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2223fa0-2292-4154-8d1c-a6c55fdcc88c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ch12</a:t>
            </a:r>
            <a:endParaRPr lang="en-US" sz="1200" dirty="0"/>
          </a:p>
        </p:txBody>
      </p:sp>
      <p:sp>
        <p:nvSpPr>
          <p:cNvPr id="3" name="12558612-b677-483c-8e49-eb9902daacbd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legacy-orders</a:t>
            </a:r>
            <a:endParaRPr lang="en-US" sz="1200" dirty="0"/>
          </a:p>
        </p:txBody>
      </p:sp>
      <p:sp>
        <p:nvSpPr>
          <p:cNvPr id="4" name="ffc94f3d-9672-4615-a4ba-d8c58bf1c069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ebbe68d1-7348-457d-bd18-aaa1912934b5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curl --cert client-legacy-orders.pem -X POST https://restproxy:8086/topics/orders.events</a:t>
            </a:r>
            <a:endParaRPr lang="en-US" sz="1100" dirty="0"/>
          </a:p>
        </p:txBody>
      </p:sp>
      <p:sp>
        <p:nvSpPr>
          <p:cNvPr id="6" name="c7d9453a-6089-488d-9c90-df3c06d213b7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a8aeb576-477a-4be8-9d3a-8db74407a2da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授權後 HTTP 200,回傳 offset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偽造憑證:TLS 握手即被拒</a:t>
            </a:r>
            <a:endParaRPr lang="en-US" sz="1300" dirty="0"/>
          </a:p>
        </p:txBody>
      </p:sp>
      <p:sp>
        <p:nvSpPr>
          <p:cNvPr id="8" name="6b56e65c-0014-45fd-aa58-6e9e24a119cd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證明:REST Proxy 以憑證辨識機器,自簽憑證進不來</a:t>
            </a:r>
            <a:endParaRPr lang="en-US" sz="1200" dirty="0"/>
          </a:p>
        </p:txBody>
      </p:sp>
      <p:sp>
        <p:nvSpPr>
          <p:cNvPr id="9" name="85193b01-4d07-4095-90f9-bc69c60d6fe0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be6deacc-ce5f-47ad-b674-ab52ab579e6b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79c87fab-e6f2-4cf3-bafa-d640979232d0" descr="C:\Users\user\IdeaProjects\untitled6\deck\demo-shots\ch12-04-ok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3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7:C3 實際用誰的身分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c4fe3b9-c9d3-42d1-ba61-a8aa166f9316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ch13</a:t>
            </a:r>
            <a:endParaRPr lang="en-US" sz="1200" dirty="0"/>
          </a:p>
        </p:txBody>
      </p:sp>
      <p:sp>
        <p:nvSpPr>
          <p:cNvPr id="3" name="a33b1c1e-9662-4209-9bc4-506b934405aa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操作員</a:t>
            </a:r>
            <a:endParaRPr lang="en-US" sz="1200" dirty="0"/>
          </a:p>
        </p:txBody>
      </p:sp>
      <p:sp>
        <p:nvSpPr>
          <p:cNvPr id="4" name="2ad3f547-6428-4189-843e-9d524c55979b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e6b163d1-f439-490b-81af-39a0a9c7f31c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docker logs broker | grep "User Principal: ming"</a:t>
            </a:r>
            <a:endParaRPr lang="en-US" sz="1100" dirty="0"/>
          </a:p>
        </p:txBody>
      </p:sp>
      <p:sp>
        <p:nvSpPr>
          <p:cNvPr id="6" name="c930c3b9-b00d-41fb-9dd4-3c769262a26e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feff72e4-c336-4de7-a68b-dfcc77bd1739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日誌的呼叫主體是 ming 本人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 c3</a:t>
            </a:r>
            <a:endParaRPr lang="en-US" sz="1300" dirty="0"/>
          </a:p>
        </p:txBody>
      </p:sp>
      <p:sp>
        <p:nvSpPr>
          <p:cNvPr id="8" name="fb9471df-3170-4989-9c8e-ee136af31cc1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證明:人操作 C3 時,身分一路帶到 MDS</a:t>
            </a:r>
            <a:endParaRPr lang="en-US" sz="1200" dirty="0"/>
          </a:p>
        </p:txBody>
      </p:sp>
      <p:sp>
        <p:nvSpPr>
          <p:cNvPr id="9" name="b212c69a-ba56-4826-a8ff-c93a4501eccb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e61dd15c-a92a-4003-a8e1-fe2ee1a956ac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8a484dec-3081-4aa3-9a70-4e2e86d3a464" descr="C:\Users\user\IdeaProjects\untitled6\deck\demo-shots\ch13-02-mds-as-user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791d655-87eb-4028-8f27-1b700bb9169b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9ee46e6-5486-4a08-9397-6951ae1dc74a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6327f23-ab20-4680-a390-145671e0cfc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1dad3f50-5332-454f-9127-419e07205aa0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a4c637ee-2985-4e04-b6c4-5bd4e3f47102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6b29fb2a-923b-46c4-8721-0c08f9242abc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43d5a54-fe31-4647-b35d-be16bafc9852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c5082373-ea28-46bf-a722-042d012cdcd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19cca67a-3133-4f13-b85f-c3edca017113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4f7e7aff-544f-40b0-a37c-ed95e2f09c87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2" name="24fd5ae1-32a0-4d58-b6cf-e035fa0aff66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fb94e2f-2468-43f9-8676-63d25e916fe5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64fbc4d-9db1-4f27-95af-6e2b0e4ab290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a75ae645-27b2-4a38-86f8-192244d7fe7b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1898f1e0-a8e8-4b32-8a7e-a665cd8e86b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8ca8ee41-f8d7-423d-889e-c4899b5d7045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44908980-ddd0-445d-ba8e-39e94dbc4864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fe68bcb0-c8c3-4801-b098-b8e3bbce1f89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edcf80cc-3ace-4886-9f3a-e0fa486d0fa2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28990d42-058d-4b81-9e3b-c3a5a4c0652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fade18e9-2727-4a71-8802-7dc4beca18ac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2" name="c6ba8b7d-a455-44cb-a82c-1cd84eab5278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a6a5bf1-e230-4605-a091-54ae8fc59005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6b9ba49c-28f6-4e9a-b815-09ef4f891e85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d8c1b55b-de5e-47d9-a6e1-064fb4df06d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5d2c2482-99cd-4d56-81dc-d092a6d55007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7" name="abf600aa-b233-4094-9b3d-a25fc3791eec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89c4ec6c-b958-4af9-af7e-60abebf441ad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77ebd4cb-4c53-42d8-b8d7-0dc32e8bfd32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cd30f2eb-61cc-4474-b7e4-e6acd801761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d4c51e85-b495-4067-86cb-948f4824b7a7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418a2f2a-53bc-461e-8763-2988063341e9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67f333c9-26a9-48ba-85d2-509d29717fbe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6b3044bc-9733-4baa-896d-bd94f61e434a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379c797c-6afd-40a2-8966-c255cd50cf4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850c1be9-0e28-4068-a0c2-e00866159dcf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30b2c026-8053-4bf6-92d0-d3bfff1d3b5e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5bfed85f-884c-4bf0-9637-2b3723cbe622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3b1d0b77-7aa2-4fd3-bd30-9683ac72f53e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57935144-395d-4717-bc76-806d8eed5ac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14dbeeda-9520-44b9-8ea4-24f4c8a2531a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9299cd98-4cb9-45ed-b756-e5aa24efbf50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bc060ea5-0ed6-4a77-9fbd-8f10fd52d92b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4ed50ff6-a0e3-4ba3-bf73-7b48c4827563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418f97de-5f6d-477f-a3de-70619ee1923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2a73a7c8-c2b1-4eb9-847d-25f4f00fbbf0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47e993f2-7012-4218-92c6-a65954368ed5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24021022-1001-4457-bbb0-5cacf57ef440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9943ca56-aeef-4742-b740-42377da4ffb4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ac673c57-f732-4de9-8519-977c8265e9ca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525b0356-db46-43cb-9373-dcbacab3e17b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dc75bfb9-08bb-4cc5-9bd7-60533f7c5201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ed6e9f7-0d77-4d63-aadb-766cc7e099ec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936f8b3-e6c4-4a57-98dd-e92d453075ec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1d4ee711-cd79-4060-81fa-7e204aec934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678369a8-edb0-4bf6-adda-324d2d4e1cf1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3017e6fd-3a51-47cc-a84a-3af72a92c4fd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e248a74a-7f19-4ca1-a0ad-d8b12eeba1a0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0f1b1c12-fd50-47e7-a5f5-8abbab902378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a6d435f8-3a60-4bb6-88ce-12b5854c92e5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a6fdf2de-7bab-4802-828d-af42e740a20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b6c59bc3-77ba-4198-8aa2-a79615267169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2c90798e-604d-43ad-a33d-c6080794764f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0c8ff749-3894-4acb-a17b-088ba2be67a4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1cc9e5eb-0519-4d26-8f49-3ad58b5befb0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a91f9194-0021-409f-8a39-c02171ca3e32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78698e09-1c72-46d3-8e7c-514ee406a65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df60e20e-d26b-4d79-9069-63053cffa423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d0f56fa9-4733-4969-93ca-ee7aae909129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309d0f01-0f82-4ada-b2fc-0ab124736e3a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