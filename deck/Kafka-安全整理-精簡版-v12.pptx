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168b500b-d93b-4840-a862-0f2595ca87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內部互連:內部帳號或專用憑證;C3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依選用的方案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a83f0c7-801f-4dfc-bd69-f02ab20f3f70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152ca632-5ff1-4b47-bde0-87029b960e3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da1fcfd4-64ce-4307-bc77-0a79922452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03e9a8e-e313-44a3-8f6c-01a1c70ee4d3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b16655af-9b7a-4863-8522-f9bfcbeec3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5079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叢集設定、應用系統帳號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 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24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menu):分層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操作員只能從選單執行審核過的作業;能不能做由 Kafka 的 RBAC 或主機的 sudo 規則決定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c9acfc39-b2d3-47d6-8d34-d29ec04244f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48056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健康檢查、topic 狀態、consumer 落後量、磁碟、憑證到期日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規則,只開放指定指令;一次只重啟一台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kafka-topic-admin(topic);kafka-cluster-admin + kafka-rbac-admin(應用系統帳號:建帳號、綁權限)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topic、新增應用系統帳號、更換密碼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kafka-rbac-admin(指派權限);kafka-security(匯出 audit);緊急模式依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 audit、緊急模式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RBAC;緊急模式用 bootstrap 憑證,經 sudo 切換專用帳號才讀得到;逐條記錄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5d25dea1-37c0-4820-8fd7-ae9946a04e32"/>
          <p:cNvSpPr/>
          <p:nvPr/>
        </p:nvSpPr>
        <p:spPr>
          <a:xfrm>
            <a:off x="548640" y="4951764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依操作員本人的 AD 帳號判斷;主機的動作由 sudo 規則判斷;兩邊的群組都在 AD,選單本身不判斷權限</a:t>
            </a:r>
            <a:endParaRPr lang="en-US" sz="1200" dirty="0"/>
          </a:p>
        </p:txBody>
      </p:sp>
      <p:sp>
        <p:nvSpPr>
          <p:cNvPr id="4" name="106a89f8-d839-454c-bd57-629db9364c6d"/>
          <p:cNvSpPr/>
          <p:nvPr/>
        </p:nvSpPr>
        <p:spPr>
          <a:xfrm>
            <a:off x="548640" y="546086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每次執行留紀錄:時間、操作者、項目、結果;變更類執行前顯示影響並要求確認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一支 shell 選單放在跳板機;環境相依的部分獨立成一個檔案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f95debd2-9246-4ac5-a7e6-c85b816f0e3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負責什麼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調整時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核心流程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 AD 帳號登入跳板機,選單就是登入殼層;登入身分 → 選單 → 確認 → 執行 → 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選單項目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每個項目一段:編號、層級、是否需確認、做什麼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新增項目加一段即可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環境後端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怎麼執行 Kafka 工具、重啟服務(systemd)、看日誌、看磁碟、列憑證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節點或服務名稱變動時只改這個檔案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ca1e9bb-f963-48c3-8086-d29cc0b6ddfc"/>
          <p:cNvSpPr/>
          <p:nvPr/>
        </p:nvSpPr>
        <p:spPr>
          <a:xfrm>
            <a:off x="548640" y="3763868"/>
            <a:ext cx="11091672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編號範例:十位數是層級,個位數是項目</a:t>
            </a:r>
            <a:endParaRPr lang="en-US" sz="1300" dirty="0"/>
          </a:p>
        </p:txBody>
      </p:sp>
      <p:graphicFrame>
        <p:nvGraphicFramePr>
          <p:cNvPr id="11" name="b54d43bb-41c8-4da9-988a-d405b070226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543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項目編號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11 健康檢查  12 topic 狀態  13 consumer 落後量  14 topic 設定  15 應用系統連線  16 磁碟用量  17 憑證到期日  18 收集診斷資訊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 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21 重啟單一 broker  22 重啟 REST Proxy 或 C3  23 查看服務日誌  24 清理過期日誌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 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31 建立 topic  32 修改 topic 設定  33 刪除 topic  34 新增應用系統帳號  35 更換應用系統密碼  36 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 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41 查看權限  42 指派或移除權限  43 匯出 audit 紀錄  91 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元件之間的連線;全部走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99450ee1-4501-4d73-acfc-34a766bf31b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兩個方案,見下一頁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d81b262-e510-49e4-9b56-5818df404cab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457c8d45-4d56-4783-b3f5-12e5b657607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51f05308-d32c-4322-bfb4-7bf75a140817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4" name="e3701624-a369-4be3-b532-8f49b06802d5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5ab372bd-28f2-4778-a044-06518dabd1e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群組,各環境的 AD 各建一套;高權限群組先保持空的;每個群組指定負責人,定期覆核成員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跳板機接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操作員用本人帳號登入,選單沿用這個身分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操作員的作業項目清單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依客戶現有 SOP 確認哪些項目要放進選單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各節點是否接 AD;sudo 規則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節點接 AD 則 sudo 規則引用 AD 群組;否則用共用維運帳號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