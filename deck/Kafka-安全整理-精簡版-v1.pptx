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應用系統、C3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93451158-48d3-47b5-bde3-cc3d1282cd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64273"/>
              </p:ext>
            </p:extLst>
          </p:nvPr>
        </p:nvGraphicFramePr>
        <p:xfrm>
          <a:off x="548640" y="1685050"/>
          <a:ext cx="11091672" cy="29697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綁在帳號上,只開放自己的 topic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帳號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群組對應 RBAC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內部帳號;C3 與 REST Proxy 用 client 憑證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4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user;元件依 RBAC</a:t>
                      </a:r>
                      <a:endParaRPr lang="zh-TW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27d5cdc-ce42-4deb-b72d-0b2038518274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SCRAM 帳號認證;RBAC 綁在帳號上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2c002450-a20a-4e07-8351-9024e1af81c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055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每個應用系統一個 SCRAM 帳號;帳號與密碼存在 Kafka 內,不放 LDAP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直接綁在這個帳號上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7bc491d2-bf94-487f-b2a2-32978bd716c8"/>
          <p:cNvSpPr/>
          <p:nvPr/>
        </p:nvSpPr>
        <p:spPr>
          <a:xfrm>
            <a:off x="548640" y="516388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密碼不會自動到期,要放密碼庫並定期更換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LDAP 帳號認證;LDAP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a35bfd74-202a-44e0-9770-8276ce658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120486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LDAP 帳號認證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LDAP 群組對應 RBAC;人員異動只改 LDAP 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176a7d19-244c-4ee8-971e-670e7168e17a"/>
          <p:cNvSpPr/>
          <p:nvPr/>
        </p:nvSpPr>
        <p:spPr>
          <a:xfrm>
            <a:off x="548640" y="302567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400" dirty="0"/>
          </a:p>
        </p:txBody>
      </p:sp>
      <p:graphicFrame>
        <p:nvGraphicFramePr>
          <p:cNvPr id="7" name="93d52bc2-f33a-4bab-98cc-6d433aa9a4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65074"/>
          <a:ext cx="11091672" cy="2596403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279c86a9-7eee-4e5c-b531-415e4026e2d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3762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LDAP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9dd3a500-4de2-45f6-9f77-823833ba22ac"/>
          <p:cNvSpPr/>
          <p:nvPr/>
        </p:nvSpPr>
        <p:spPr>
          <a:xfrm>
            <a:off x="548640" y="5121464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6649</TotalTime>
  <Words>518</Words>
  <Application>Microsoft Office PowerPoint</Application>
  <PresentationFormat>寬螢幕</PresentationFormat>
  <Paragraphs>86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總覽:三個對象的認證與授權</vt:lpstr>
      <vt:lpstr>應用系統</vt:lpstr>
      <vt:lpstr>C3 使用者</vt:lpstr>
      <vt:lpstr>叢集連線設定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2026-10-05T10:30:56Z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